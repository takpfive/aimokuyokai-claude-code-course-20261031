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</p:sldIdLst>
  <p:sldSz cx="12192000" cy="6858000" type="screen4x3"/>
  <p:notesSz cx="6858000" cy="9144000"/>
  <p:defaultTextStyle>
    <a:defPPr>
      <a:defRPr lang="ja-JP" altLang="en-US"/>
    </a:defPPr>
    <a:lvl1pPr marL="0" algn="l" defTabSz="457200" rtl="0" eaLnBrk="1" latinLnBrk="0" hangingPunct="1">
      <a:defRPr sz="1800" kern="1200" lang="ja-JP" altLang="en-US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ja-JP" altLang="en-US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ja-JP" altLang="en-US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ja-JP" altLang="en-US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ja-JP" altLang="en-US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ja-JP" altLang="en-US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ja-JP" altLang="en-US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ja-JP" altLang="en-US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ja-JP" altLang="en-US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添付のDAY1の9項目を軸にした本編。120分の進行案。上級編は別冊です。検証日は2026-10-29。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完成物は問い合わせ管理アプリ。フォルダー整理、Skill、外部連携、日報、並列調査は短い実演でつなぎます。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120分案。導入20分、整理15分、アプリ25分、Skillsと日報20分、MCP15分、並列調査15分、質疑10分。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添付の見出しを保持。Claudeにもファイル生成や外部連携があり、境界は絶対ではありません。今回はチャット中心と作業フォルダー中心という入口の違いで説明します。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出典：S01・S02 / 公式資料を2026-10-29確認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AIエージェント＝目的に向かって道具を使いながら作業を続ける仕組み。毎回すべて成功するわけではありません。今回のコピーもハッシュ比較まで行いました。</a:t>
            </a:r>
          </a:p>
          <a:p/>
          <a:p>
            <a:r>
              <a:t>出典：S01 / Claude Code Docs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claude.com/download から公式Desktopを入れる→ログイン→Codeタブ→フォルダー選択。DesktopにはCodeが含まれ、初回講座でターミナルの導入は不要。CLIは並列機能の補足で扱います。</a:t>
            </a:r>
          </a:p>
          <a:p/>
          <a:p>
            <a:r>
              <a:t>出典：S02 / Claude Help Center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価格は記載せず、現行プランを各自確認。2026-10-29確認時の公式案内ではCodeはPro/Max/Team/Enterprise。組織では管理者の許可・機能設定も確認。</a:t>
            </a:r>
          </a:p>
          <a:p/>
          <a:p>
            <a:r>
              <a:t>出典：S03 / Claude Help Center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自分のPCを選択し、配布ZIPを展開したフォルダーを選ぶ。選択画面の例は講師のMac。受講者は自分のパスを使う。</a:t>
            </a:r>
          </a:p>
          <a:p/>
          <a:p>
            <a:r>
              <a:t>出典：Claude Code実画面・2026-10-29 / 架空教材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ホームやDownloads全体を選ばず、演習材料を限定。starterは原本、outputが生成先。アプリがローカルファイルを扱っても処理にはオンラインのAIを利用するため、社外秘の持ち込みは社内ルールに従う。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演習用。フォルダーの選択を終えてから送信。出力先が違えばここで直す。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長い万能プロンプトを暗記しません。材料・完成形・確認方法の3点を具体的にする。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実際の読み取りコマンドで出た許可画面。フォルダーとコマンドの意味を確認し、一度だけ許可を選びました。手動モードを利用。</a:t>
            </a:r>
          </a:p>
          <a:p/>
          <a:p>
            <a:r>
              <a:t>出典：Claude Code実画面・2026-10-29 / 読み取り許可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実行中は停止ボタン。停止しても、済んだファイル変更まで戻るとは限りません。何を変更したか確認してから訂正。会話の巻き戻しと外部操作の取り消しは同じではありません。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Desktopの新規作成から始め、フォルダーをもう一度確認。CLIでは/clearは会話リセット、/compactは要約による文脈整理。重要な条件はCLAUDE.mdや仕様ファイルへ残す。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演習01。6つのファイルとルールを使用。いきなり移動や削除を依頼しない。重複・日付不明・命名方針を先に確認します。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実際にDesktopへ送信した1回分。出力に「まだ変更しない」が反映されたことまで確認。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SHA-256が同じ見積書は重複1組。不明な日付は推測せず要確認になりました。名前の違いだけで重複と決めていない点を見る。</a:t>
            </a:r>
          </a:p>
          <a:p/>
          <a:p>
            <a:r>
              <a:t>出典：Claude Code実画面・2026-10-29 / 架空教材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ファイル名の研修案と本文の企画書は表記差と解釈された。業務では許容する表記差も明示すると判定が安定する。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実際に送信。6原本が残り、6コピーと対応表が作成され、コピー先と元のハッシュが一致。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配布CSVを閲覧用ページで表示。対応表は元パス・新パス・ハッシュ・判定・理由。コピーができたという文章だけで終えず、ファイルと件数を照合する。</a:t>
            </a:r>
          </a:p>
          <a:p/>
          <a:p>
            <a:r>
              <a:t>出典：Claude Code実画面・2026-10-29 / 架空教材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5分。原本6つが残れば基本条件クリア。変更前後のファイル数を確認。時間が押したらコピー実行は講師のみ。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実務に近い小さな自分専用ツール。外部公開・ログイン・本番DBを含まない。CSVの8件を検索し、期限と対応状態を管理する。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starter/02-app/ACCEPTANCE.md。初期未対応5・対応中2・完了1、期限超過R03。基準日は2026-10-29固定。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最初に送信した依頼。この実演では新規セッション提案が出たため拒否し「このセッションで実装・検証」と追記した。講師用ノートには修正プロンプトも残す。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実際にverification.mdを書き込む許可画面。作成内容と保存先を確認して許可する。</a:t>
            </a:r>
          </a:p>
          <a:p/>
          <a:p>
            <a:r>
              <a:t>出典：Claude Code実画面・2026-10-29 / アプリ生成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Chromeで実際の生成HTMLを開いた画面。架空の8件。ファイルを開く方法はREADME参照。画面が出たことと操作が正しいことを分ける。</a:t>
            </a:r>
          </a:p>
          <a:p/>
          <a:p>
            <a:r>
              <a:t>出典：Claude Code生成アプリをChromeで操作 / 架空データ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会社名「そら」で検索しR01の1件になることを確認。検索を消せば8件に戻る。</a:t>
            </a:r>
          </a:p>
          <a:p/>
          <a:p>
            <a:r>
              <a:t>出典：Chrome実操作・2026-10-29 / 架空データ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R03を完了に変更→再読み込み→期限超過0件を確認。その後は教材リセットで初期データへ戻す。</a:t>
            </a:r>
          </a:p>
          <a:p/>
          <a:p>
            <a:r>
              <a:t>出典：Chrome実操作・2026-10-29 / 架空データ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AIが書いた検証記録をそのまま信用せず、最重要の流れを手で動かす。今回の検索・状態変更・再読込・リセットを受講者が追試できる。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7分。例は「担当者」「次にすること」。最初から全部盛りにしない。完成条件をひとつ増やす。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スキルは繰り返す手順の説明書。設定しただけで時刻通りに自動起動するものではありません。定期実行は別の仕組み。</a:t>
            </a:r>
          </a:p>
          <a:p/>
          <a:p>
            <a:r>
              <a:t>出典：S04 / Claude Code Docs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教材ルートのCLAUDE.mdには原本保持・出力先。プロジェクト内 .claude/skills/course-daily-report/SKILL.md に日報の手順。個人の全プロジェクトで使う場合の配置は公式資料を参照。ユーザー環境の個人Skillは~/.agents/skillsに統一。</a:t>
            </a:r>
          </a:p>
          <a:p/>
          <a:p>
            <a:r>
              <a:t>出典：S04 / Claude Code Docs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実際に/course-daily-reportを入力した画面の切り出し。このコマンドを送信して日報が生成された。見えない場合は教材ルートを選んだ新規セッションで開く。</a:t>
            </a:r>
          </a:p>
          <a:p/>
          <a:p>
            <a:r>
              <a:t>出典：Claude Code実画面・2026-10-29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配布Skillを直接呼び出す。activity.csvを読み、output/daily-report.mdを作成。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スキルは正解保証ではありません。日報なら「下書き」を「送信済み」にしていないか、「予定」を「実施済み」にしていないかで確認。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MCP＝Model Context Protocol。接続先ごとに用意された道具を呼び出すための共通の仕組み。全サービスが同じ機能を持つわけではない。</a:t>
            </a:r>
          </a:p>
          <a:p/>
          <a:p>
            <a:r>
              <a:t>出典：S05・S06 / 公式資料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Desktopのコネクタ画面。接続一覧にあることと、認証が通り実データにアクセスできることは別。</a:t>
            </a:r>
          </a:p>
          <a:p/>
          <a:p>
            <a:r>
              <a:t>出典：Claude Code実画面・2026-10-29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mail・Calendar・Driveは接続先や使える道具が異なる。Googleという1個の権限で全部の操作ができると説明しない。＋→コネクタ→対象サービス→アカウントと権限の確認。Google側で2段階認証や組織管理者の許可が必要な場合がある。</a:t>
            </a:r>
          </a:p>
          <a:p/>
          <a:p>
            <a:r>
              <a:t>出典：S01・S05 / 公式資料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公式Notion MCPから接続。アカウントが閲覧できる内容や組織ポリシーに従う。既存接続を実際に読み取れるかは独立に確認。広いワークスペースの内容を配布教材へ転記しない。</a:t>
            </a:r>
          </a:p>
          <a:p/>
          <a:p>
            <a:r>
              <a:t>出典：S06 / Notion Help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演習用。接続確認ができてもGoogleのサービスごとの権限は異なる。この講座の接続試験結果は講師ノートとverification.mdを参照。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GmailとGoogle Calendarで教材語句を各1回検索し、いずれも成功・0件。DriveとNotionは接続がなく未実施。画面は結果ファイルの閲覧用ページ。受講者の環境によって違う。</a:t>
            </a:r>
          </a:p>
          <a:p/>
          <a:p>
            <a:r>
              <a:t>出典：Claude Code接続試験の記録を表示 / 2026-10-29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接続済みの自分の練習ページを指定する。未接続ならstarter/03-report/activity.csvを使って同じ出力形式を練習。外部への作成・送信は、完成内容と対象先を確認してから。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「検索できる」と「更新できる」は違う。今回は教材のローカル出力まで。実業務では送信先、ページ、権限、本文を確認してから実行する。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 CodeがPCの過去を自動で全部知るわけではない。会話ログ、保存済みファイル、日報用に書き出した活動履歴などを材料として渡す。録画や常時監視の導入はこの演習に含まない。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配布Skillから生成した実際の日報。E01予定、E03下書き、E04ローカルテスト、E05ログイン画面閲覧の区別を見る。</a:t>
            </a:r>
          </a:p>
          <a:p/>
          <a:p>
            <a:r>
              <a:t>出典：Claude Code生成日報の閲覧ページ / 架空履歴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E01はカレンダーに予定があるだけ。E03のメールは下書きで、送信済みではありません。確認できる根拠がない場合は未確認と書く。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3分。E02保存・E07目視済み保存・E08送信記録という状態の違いを確認。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元のカリキュラム見出しを保持。この実環境で動かせたのは名前付きサブエージェント。Agent TeamsはCLIの実験的な別機能で、この検証環境では専用ツールが提供されませんでした。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独立して並列に調べ、相互レビューの後にメインが統合。同じファイルを同時に編集せず、ops.mdとcost.mdを分ける。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演習用短縮版。実測ではCLIに名前付きサブエージェントを起動させ、相互指摘はリードから依頼した。実際の長いプロンプトはprompts.mdとevidenceの概要に収録。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Aは初年度39万円で予算の解釈が必要。Bは上位プラン価格が不明。費用担当から運用担当へ予算条件の見落とし、運用担当から費用担当へ料金方式の仮定を指摘。</a:t>
            </a:r>
          </a:p>
          <a:p/>
          <a:p>
            <a:r>
              <a:t>出典：Claude Code実測 / サブエージェントによる相互レビュー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 Teamsを使ったと誤認させない。公式設定方法と再試行手順は上級編。単なる3役ロールプレイとも区別し、実際のAgent起動ログで確認した。</a:t>
            </a:r>
          </a:p>
          <a:p/>
          <a:p>
            <a:r>
              <a:t>出典：S07 / CLI 2.1.308で2026-10-29検証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フォルダー整理でもアプリでも日報でも同じ。材料・出力先・合格条件を残すと、自分の業務に移せる。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配布リポジトリのREADMEへ案内。上級編では照合、計測の定義、独立レビューに進む。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 表紙">
    <p:bg>
      <p:bgPr>
        <a:solidFill>
          <a:srgbClr val="295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イベント名"/>
          <p:cNvSpPr>
            <a:spLocks noGrp="1"/>
          </p:cNvSpPr>
          <p:nvPr>
            <p:ph type="body" sz="quarter" idx="13"/>
          </p:nvPr>
        </p:nvSpPr>
        <p:spPr>
          <a:xfrm>
            <a:off x="777240" y="1188720"/>
            <a:ext cx="7680960" cy="365760"/>
          </a:xfrm>
        </p:spPr>
        <p:txBody>
          <a:bodyPr vert="horz" wrap="square" lIns="0" tIns="0" rIns="0" bIns="0" rtlCol="0" anchor="ctr">
            <a:normAutofit/>
          </a:bodyPr>
          <a:lstStyle>
            <a:lvl1pPr marL="0" indent="0" algn="l" eaLnBrk="1" latinLnBrk="0" hangingPunct="1">
              <a:lnSpc>
                <a:spcPct val="115000"/>
              </a:lnSpc>
              <a:spcBef>
                <a:spcPts val="0"/>
              </a:spcBef>
              <a:buNone/>
              <a:defRPr sz="1600" b="1" kern="1200" lang="ja-JP" altLang="en-US">
                <a:solidFill>
                  <a:srgbClr val="DAE48F"/>
                </a:solidFill>
              </a:defRPr>
            </a:lvl1pPr>
          </a:lstStyle>
          <a:p>
            <a:r>
              <a:rPr lang="ja-JP" altLang="en-US"/>
              <a:t>イベント名・回</a:t>
            </a:r>
          </a:p>
        </p:txBody>
      </p:sp>
      <p:sp>
        <p:nvSpPr>
          <p:cNvPr id="3" name="タイトル"/>
          <p:cNvSpPr>
            <a:spLocks noGrp="1"/>
          </p:cNvSpPr>
          <p:nvPr>
            <p:ph type="ctrTitle"/>
          </p:nvPr>
        </p:nvSpPr>
        <p:spPr>
          <a:xfrm>
            <a:off x="777240" y="1691640"/>
            <a:ext cx="7680960" cy="228600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2000"/>
              </a:lnSpc>
              <a:spcBef>
                <a:spcPts val="0"/>
              </a:spcBef>
              <a:buNone/>
              <a:defRPr sz="4800" b="1" kern="1200" lang="ja-JP" altLang="en-US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4" name="サブタイトル"/>
          <p:cNvSpPr>
            <a:spLocks noGrp="1"/>
          </p:cNvSpPr>
          <p:nvPr>
            <p:ph type="subTitle" idx="1"/>
          </p:nvPr>
        </p:nvSpPr>
        <p:spPr>
          <a:xfrm>
            <a:off x="777240" y="4434840"/>
            <a:ext cx="7680960" cy="914400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l" eaLnBrk="1" latinLnBrk="0" hangingPunct="1">
              <a:lnSpc>
                <a:spcPct val="125000"/>
              </a:lnSpc>
              <a:spcBef>
                <a:spcPts val="0"/>
              </a:spcBef>
              <a:buNone/>
              <a:defRPr sz="2200" b="0" kern="1200" lang="ja-JP" altLang="en-US">
                <a:solidFill>
                  <a:srgbClr val="F1F0E7"/>
                </a:solidFill>
              </a:defRPr>
            </a:lvl1pPr>
          </a:lstStyle>
          <a:p>
            <a:r>
              <a:rPr lang="ja-JP" altLang="en-US"/>
              <a:t>サブタイトル</a:t>
            </a:r>
          </a:p>
        </p:txBody>
      </p:sp>
      <p:sp>
        <p:nvSpPr>
          <p:cNvPr id="5" name="日付・登壇者"/>
          <p:cNvSpPr>
            <a:spLocks noGrp="1"/>
          </p:cNvSpPr>
          <p:nvPr>
            <p:ph type="body" sz="quarter" idx="14"/>
          </p:nvPr>
        </p:nvSpPr>
        <p:spPr>
          <a:xfrm>
            <a:off x="777240" y="5623560"/>
            <a:ext cx="7680960" cy="411480"/>
          </a:xfrm>
        </p:spPr>
        <p:txBody>
          <a:bodyPr vert="horz" wrap="square" lIns="0" tIns="0" rIns="0" bIns="0" rtlCol="0" anchor="ctr">
            <a:normAutofit/>
          </a:bodyPr>
          <a:lstStyle>
            <a:lvl1pPr marL="0" indent="0" algn="l" eaLnBrk="1" latinLnBrk="0" hangingPunct="1">
              <a:lnSpc>
                <a:spcPct val="115000"/>
              </a:lnSpc>
              <a:spcBef>
                <a:spcPts val="0"/>
              </a:spcBef>
              <a:buNone/>
              <a:defRPr sz="1600" b="1" kern="1200" lang="ja-JP" altLang="en-US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日付 ／ 登壇者</a:t>
            </a:r>
          </a:p>
        </p:txBody>
      </p:sp>
      <p:pic>
        <p:nvPicPr>
          <p:cNvPr id="6" name="ロックアップ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32520" y="2377440"/>
            <a:ext cx="2743200" cy="19511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 開始待ち">
    <p:bg>
      <p:bgPr>
        <a:solidFill>
          <a:srgbClr val="295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ロックアップ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07280" y="640080"/>
            <a:ext cx="2377440" cy="1690954"/>
          </a:xfrm>
          <a:prstGeom prst="rect">
            <a:avLst/>
          </a:prstGeom>
        </p:spPr>
      </p:pic>
      <p:sp>
        <p:nvSpPr>
          <p:cNvPr id="3" name="タイトル"/>
          <p:cNvSpPr>
            <a:spLocks noGrp="1"/>
          </p:cNvSpPr>
          <p:nvPr>
            <p:ph type="title"/>
          </p:nvPr>
        </p:nvSpPr>
        <p:spPr>
          <a:xfrm>
            <a:off x="822960" y="2606040"/>
            <a:ext cx="10546080" cy="822960"/>
          </a:xfrm>
        </p:spPr>
        <p:txBody>
          <a:bodyPr vert="horz" wrap="square" lIns="0" tIns="0" rIns="0" bIns="0" rtlCol="0" anchor="ctr">
            <a:normAutofit/>
          </a:bodyPr>
          <a:lstStyle>
            <a:lvl1pPr marL="0" indent="0" algn="ctr" eaLnBrk="1" latinLnBrk="0" hangingPunct="1">
              <a:lnSpc>
                <a:spcPct val="115000"/>
              </a:lnSpc>
              <a:spcBef>
                <a:spcPts val="0"/>
              </a:spcBef>
              <a:buNone/>
              <a:defRPr sz="4000" b="1" kern="1200" lang="ja-JP" altLang="en-US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まもなく開始します</a:t>
            </a:r>
          </a:p>
        </p:txBody>
      </p:sp>
      <p:sp>
        <p:nvSpPr>
          <p:cNvPr id="4" name="開始時刻"/>
          <p:cNvSpPr>
            <a:spLocks noGrp="1"/>
          </p:cNvSpPr>
          <p:nvPr>
            <p:ph type="body" sz="quarter" idx="14"/>
          </p:nvPr>
        </p:nvSpPr>
        <p:spPr>
          <a:xfrm>
            <a:off x="822960" y="3566160"/>
            <a:ext cx="10546080" cy="1005840"/>
          </a:xfrm>
        </p:spPr>
        <p:txBody>
          <a:bodyPr vert="horz" wrap="square" lIns="0" tIns="0" rIns="0" bIns="0" rtlCol="0" anchor="ctr">
            <a:normAutofit/>
          </a:bodyPr>
          <a:lstStyle>
            <a:lvl1pPr marL="0" indent="0" algn="ctr" eaLnBrk="1" latinLnBrk="0" hangingPunct="1">
              <a:lnSpc>
                <a:spcPct val="100000"/>
              </a:lnSpc>
              <a:spcBef>
                <a:spcPts val="0"/>
              </a:spcBef>
              <a:buNone/>
              <a:defRPr sz="6000" b="1" kern="1200" lang="ja-JP" altLang="en-US">
                <a:solidFill>
                  <a:srgbClr val="DAE48F"/>
                </a:solidFill>
              </a:defRPr>
            </a:lvl1pPr>
          </a:lstStyle>
          <a:p>
            <a:r>
              <a:rPr lang="ja-JP" altLang="en-US"/>
              <a:t>19:00 START</a:t>
            </a:r>
          </a:p>
        </p:txBody>
      </p:sp>
      <p:sp>
        <p:nvSpPr>
          <p:cNvPr id="5" name="案内"/>
          <p:cNvSpPr>
            <a:spLocks noGrp="1"/>
          </p:cNvSpPr>
          <p:nvPr>
            <p:ph type="body" sz="quarter" idx="1"/>
          </p:nvPr>
        </p:nvSpPr>
        <p:spPr>
          <a:xfrm>
            <a:off x="822960" y="4846320"/>
            <a:ext cx="10546080" cy="1097280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ctr" eaLnBrk="1" latinLnBrk="0" hangingPunct="1">
              <a:lnSpc>
                <a:spcPct val="140000"/>
              </a:lnSpc>
              <a:spcBef>
                <a:spcPts val="0"/>
              </a:spcBef>
              <a:buNone/>
              <a:defRPr sz="2000" b="0" kern="1200" lang="ja-JP" altLang="en-US">
                <a:solidFill>
                  <a:srgbClr val="F1F0E7"/>
                </a:solidFill>
              </a:defRPr>
            </a:lvl1pPr>
          </a:lstStyle>
          <a:p>
            <a:r>
              <a:rPr lang="ja-JP" altLang="en-US"/>
              <a:t>開始前のお願い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 中扉（心の声）">
    <p:bg>
      <p:bgPr>
        <a:solidFill>
          <a:srgbClr val="295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中扉"/>
          <p:cNvSpPr>
            <a:spLocks noGrp="1"/>
          </p:cNvSpPr>
          <p:nvPr>
            <p:ph type="title"/>
          </p:nvPr>
        </p:nvSpPr>
        <p:spPr>
          <a:xfrm>
            <a:off x="777240" y="914400"/>
            <a:ext cx="9326880" cy="4754880"/>
          </a:xfrm>
        </p:spPr>
        <p:txBody>
          <a:bodyPr vert="horz" wrap="square" lIns="0" tIns="0" rIns="0" bIns="0" rtlCol="0" anchor="ctr">
            <a:normAutofit/>
          </a:bodyPr>
          <a:lstStyle>
            <a:lvl1pPr marL="0" indent="0" algn="l" eaLnBrk="1" latinLnBrk="0" hangingPunct="1">
              <a:lnSpc>
                <a:spcPct val="125000"/>
              </a:lnSpc>
              <a:spcBef>
                <a:spcPts val="0"/>
              </a:spcBef>
              <a:buNone/>
              <a:defRPr sz="4400" b="1" kern="1200" lang="ja-JP" altLang="en-US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聴衆の心の声を1行で？</a:t>
            </a:r>
          </a:p>
        </p:txBody>
      </p:sp>
      <p:pic>
        <p:nvPicPr>
          <p:cNvPr id="3" name="ペア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85960" y="5074920"/>
            <a:ext cx="1828800" cy="838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本日の流れ・章扉">
    <p:bg>
      <p:bgPr>
        <a:solidFill>
          <a:srgbClr val="F1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文字ロゴ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7240" y="6311555"/>
            <a:ext cx="1097280" cy="269931"/>
          </a:xfrm>
          <a:prstGeom prst="rect">
            <a:avLst/>
          </a:prstGeom>
        </p:spPr>
      </p:pic>
      <p:sp>
        <p:nvSpPr>
          <p:cNvPr id="3" name="スライド番号"/>
          <p:cNvSpPr>
            <a:spLocks noGrp="1"/>
          </p:cNvSpPr>
          <p:nvPr>
            <p:ph type="sldNum" sz="quarter" idx="12"/>
          </p:nvPr>
        </p:nvSpPr>
        <p:spPr>
          <a:xfrm>
            <a:off x="10591800" y="6355080"/>
            <a:ext cx="822960" cy="274320"/>
          </a:xfrm>
        </p:spPr>
        <p:txBody>
          <a:bodyPr lIns="0" tIns="0" rIns="0" bIns="0" anchor="ctr"/>
          <a:lstStyle>
            <a:lvl1pPr marL="0" indent="0" algn="r" eaLnBrk="1" latinLnBrk="0" hangingPunct="1">
              <a:lnSpc>
                <a:spcPct val="100000"/>
              </a:lnSpc>
              <a:spcBef>
                <a:spcPts val="0"/>
              </a:spcBef>
              <a:buNone/>
              <a:defRPr sz="1100" b="1" kern="1200" lang="ja-JP" altLang="en-US">
                <a:solidFill>
                  <a:srgbClr val="D97651"/>
                </a:solidFill>
              </a:defRPr>
            </a:lvl1pPr>
          </a:lstStyle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4" name="見出し"/>
          <p:cNvSpPr>
            <a:spLocks noGrp="1"/>
          </p:cNvSpPr>
          <p:nvPr>
            <p:ph type="title"/>
          </p:nvPr>
        </p:nvSpPr>
        <p:spPr>
          <a:xfrm>
            <a:off x="777240" y="292608"/>
            <a:ext cx="10637520" cy="96012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0000"/>
              </a:lnSpc>
              <a:spcBef>
                <a:spcPts val="0"/>
              </a:spcBef>
              <a:buNone/>
              <a:defRPr sz="3000" b="1" kern="1200" lang="ja-JP" altLang="en-US">
                <a:solidFill>
                  <a:srgbClr val="29523A"/>
                </a:solidFill>
              </a:defRPr>
            </a:lvl1pPr>
          </a:lstStyle>
          <a:p>
            <a:r>
              <a:rPr lang="ja-JP" altLang="en-US"/>
              <a:t>本日の流れ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 1行">
    <p:bg>
      <p:bgPr>
        <a:solidFill>
          <a:srgbClr val="F1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文字ロゴ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7240" y="6311555"/>
            <a:ext cx="1097280" cy="269931"/>
          </a:xfrm>
          <a:prstGeom prst="rect">
            <a:avLst/>
          </a:prstGeom>
        </p:spPr>
      </p:pic>
      <p:sp>
        <p:nvSpPr>
          <p:cNvPr id="3" name="スライド番号"/>
          <p:cNvSpPr>
            <a:spLocks noGrp="1"/>
          </p:cNvSpPr>
          <p:nvPr>
            <p:ph type="sldNum" sz="quarter" idx="12"/>
          </p:nvPr>
        </p:nvSpPr>
        <p:spPr>
          <a:xfrm>
            <a:off x="10591800" y="6355080"/>
            <a:ext cx="822960" cy="274320"/>
          </a:xfrm>
        </p:spPr>
        <p:txBody>
          <a:bodyPr lIns="0" tIns="0" rIns="0" bIns="0" anchor="ctr"/>
          <a:lstStyle>
            <a:lvl1pPr marL="0" indent="0" algn="r" eaLnBrk="1" latinLnBrk="0" hangingPunct="1">
              <a:lnSpc>
                <a:spcPct val="100000"/>
              </a:lnSpc>
              <a:spcBef>
                <a:spcPts val="0"/>
              </a:spcBef>
              <a:buNone/>
              <a:defRPr sz="1100" b="1" kern="1200" lang="ja-JP" altLang="en-US">
                <a:solidFill>
                  <a:srgbClr val="D97651"/>
                </a:solidFill>
              </a:defRPr>
            </a:lvl1pPr>
          </a:lstStyle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4" name="メッセージ"/>
          <p:cNvSpPr>
            <a:spLocks noGrp="1"/>
          </p:cNvSpPr>
          <p:nvPr>
            <p:ph type="title"/>
          </p:nvPr>
        </p:nvSpPr>
        <p:spPr>
          <a:xfrm>
            <a:off x="777240" y="914400"/>
            <a:ext cx="10637520" cy="4572000"/>
          </a:xfrm>
        </p:spPr>
        <p:txBody>
          <a:bodyPr vert="horz" wrap="square" lIns="0" tIns="0" rIns="0" bIns="0" rtlCol="0" anchor="ctr">
            <a:normAutofit/>
          </a:bodyPr>
          <a:lstStyle>
            <a:lvl1pPr marL="0" indent="0" algn="ctr" eaLnBrk="1" latinLnBrk="0" hangingPunct="1">
              <a:lnSpc>
                <a:spcPct val="130000"/>
              </a:lnSpc>
              <a:spcBef>
                <a:spcPts val="0"/>
              </a:spcBef>
              <a:buNone/>
              <a:defRPr sz="4800" b="1" kern="1200" lang="ja-JP" altLang="en-US">
                <a:solidFill>
                  <a:srgbClr val="29523A"/>
                </a:solidFill>
              </a:defRPr>
            </a:lvl1pPr>
          </a:lstStyle>
          <a:p>
            <a:r>
              <a:rPr lang="ja-JP" altLang="en-US"/>
              <a:t>1行メッセージ</a:t>
            </a:r>
          </a:p>
        </p:txBody>
      </p:sp>
      <p:sp>
        <p:nvSpPr>
          <p:cNvPr id="5" name="出典"/>
          <p:cNvSpPr>
            <a:spLocks noGrp="1"/>
          </p:cNvSpPr>
          <p:nvPr>
            <p:ph type="body" sz="quarter" idx="16"/>
          </p:nvPr>
        </p:nvSpPr>
        <p:spPr>
          <a:xfrm>
            <a:off x="777240" y="5943600"/>
            <a:ext cx="9966960" cy="32004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5000"/>
              </a:lnSpc>
              <a:spcBef>
                <a:spcPts val="0"/>
              </a:spcBef>
              <a:buNone/>
              <a:defRPr sz="12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出典：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 1行（強調）">
    <p:bg>
      <p:bgPr>
        <a:solidFill>
          <a:srgbClr val="295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メッセージ"/>
          <p:cNvSpPr>
            <a:spLocks noGrp="1"/>
          </p:cNvSpPr>
          <p:nvPr>
            <p:ph type="title"/>
          </p:nvPr>
        </p:nvSpPr>
        <p:spPr>
          <a:xfrm>
            <a:off x="777240" y="914400"/>
            <a:ext cx="10637520" cy="4572000"/>
          </a:xfrm>
        </p:spPr>
        <p:txBody>
          <a:bodyPr vert="horz" wrap="square" lIns="0" tIns="0" rIns="0" bIns="0" rtlCol="0" anchor="ctr">
            <a:normAutofit/>
          </a:bodyPr>
          <a:lstStyle>
            <a:lvl1pPr marL="0" indent="0" algn="ctr" eaLnBrk="1" latinLnBrk="0" hangingPunct="1">
              <a:lnSpc>
                <a:spcPct val="130000"/>
              </a:lnSpc>
              <a:spcBef>
                <a:spcPts val="0"/>
              </a:spcBef>
              <a:buNone/>
              <a:defRPr sz="5200" b="1" kern="1200" lang="ja-JP" altLang="en-US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強調したい1行</a:t>
            </a:r>
          </a:p>
        </p:txBody>
      </p:sp>
      <p:sp>
        <p:nvSpPr>
          <p:cNvPr id="3" name="出典"/>
          <p:cNvSpPr>
            <a:spLocks noGrp="1"/>
          </p:cNvSpPr>
          <p:nvPr>
            <p:ph type="body" sz="quarter" idx="16"/>
          </p:nvPr>
        </p:nvSpPr>
        <p:spPr>
          <a:xfrm>
            <a:off x="777240" y="5943600"/>
            <a:ext cx="9966960" cy="32004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5000"/>
              </a:lnSpc>
              <a:spcBef>
                <a:spcPts val="0"/>
              </a:spcBef>
              <a:buNone/>
              <a:defRPr sz="1200" b="0" kern="1200" lang="ja-JP" altLang="en-US">
                <a:solidFill>
                  <a:srgbClr val="F1F0E7"/>
                </a:solidFill>
              </a:defRPr>
            </a:lvl1pPr>
          </a:lstStyle>
          <a:p>
            <a:r>
              <a:rPr lang="ja-JP" altLang="en-US"/>
              <a:t>出典：</a:t>
            </a:r>
          </a:p>
        </p:txBody>
      </p:sp>
      <p:pic>
        <p:nvPicPr>
          <p:cNvPr id="4" name="文字ロゴ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7240" y="6311555"/>
            <a:ext cx="1097280" cy="269931"/>
          </a:xfrm>
          <a:prstGeom prst="rect">
            <a:avLst/>
          </a:prstGeom>
        </p:spPr>
      </p:pic>
      <p:sp>
        <p:nvSpPr>
          <p:cNvPr id="5" name="スライド番号"/>
          <p:cNvSpPr>
            <a:spLocks noGrp="1"/>
          </p:cNvSpPr>
          <p:nvPr>
            <p:ph type="sldNum" sz="quarter" idx="12"/>
          </p:nvPr>
        </p:nvSpPr>
        <p:spPr>
          <a:xfrm>
            <a:off x="10591800" y="6355080"/>
            <a:ext cx="822960" cy="274320"/>
          </a:xfrm>
        </p:spPr>
        <p:txBody>
          <a:bodyPr lIns="0" tIns="0" rIns="0" bIns="0" anchor="ctr"/>
          <a:lstStyle>
            <a:lvl1pPr marL="0" indent="0" algn="r" eaLnBrk="1" latinLnBrk="0" hangingPunct="1">
              <a:lnSpc>
                <a:spcPct val="100000"/>
              </a:lnSpc>
              <a:spcBef>
                <a:spcPts val="0"/>
              </a:spcBef>
              <a:buNone/>
              <a:defRPr sz="1100" b="1" kern="1200" lang="ja-JP" altLang="en-US">
                <a:solidFill>
                  <a:srgbClr val="DAE48F"/>
                </a:solidFill>
              </a:defRPr>
            </a:lvl1pPr>
          </a:lstStyle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 1行＋補足">
    <p:bg>
      <p:bgPr>
        <a:solidFill>
          <a:srgbClr val="F1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文字ロゴ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7240" y="6311555"/>
            <a:ext cx="1097280" cy="269931"/>
          </a:xfrm>
          <a:prstGeom prst="rect">
            <a:avLst/>
          </a:prstGeom>
        </p:spPr>
      </p:pic>
      <p:sp>
        <p:nvSpPr>
          <p:cNvPr id="3" name="スライド番号"/>
          <p:cNvSpPr>
            <a:spLocks noGrp="1"/>
          </p:cNvSpPr>
          <p:nvPr>
            <p:ph type="sldNum" sz="quarter" idx="12"/>
          </p:nvPr>
        </p:nvSpPr>
        <p:spPr>
          <a:xfrm>
            <a:off x="10591800" y="6355080"/>
            <a:ext cx="822960" cy="274320"/>
          </a:xfrm>
        </p:spPr>
        <p:txBody>
          <a:bodyPr lIns="0" tIns="0" rIns="0" bIns="0" anchor="ctr"/>
          <a:lstStyle>
            <a:lvl1pPr marL="0" indent="0" algn="r" eaLnBrk="1" latinLnBrk="0" hangingPunct="1">
              <a:lnSpc>
                <a:spcPct val="100000"/>
              </a:lnSpc>
              <a:spcBef>
                <a:spcPts val="0"/>
              </a:spcBef>
              <a:buNone/>
              <a:defRPr sz="1100" b="1" kern="1200" lang="ja-JP" altLang="en-US">
                <a:solidFill>
                  <a:srgbClr val="D97651"/>
                </a:solidFill>
              </a:defRPr>
            </a:lvl1pPr>
          </a:lstStyle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4" name="メッセージ"/>
          <p:cNvSpPr>
            <a:spLocks noGrp="1"/>
          </p:cNvSpPr>
          <p:nvPr>
            <p:ph type="title"/>
          </p:nvPr>
        </p:nvSpPr>
        <p:spPr>
          <a:xfrm>
            <a:off x="777240" y="868680"/>
            <a:ext cx="10637520" cy="274320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25000"/>
              </a:lnSpc>
              <a:spcBef>
                <a:spcPts val="0"/>
              </a:spcBef>
              <a:buNone/>
              <a:defRPr sz="4000" b="1" kern="1200" lang="ja-JP" altLang="en-US">
                <a:solidFill>
                  <a:srgbClr val="29523A"/>
                </a:solidFill>
              </a:defRPr>
            </a:lvl1pPr>
          </a:lstStyle>
          <a:p>
            <a:r>
              <a:rPr lang="ja-JP" altLang="en-US"/>
              <a:t>1行メッセージ</a:t>
            </a:r>
          </a:p>
        </p:txBody>
      </p:sp>
      <p:sp>
        <p:nvSpPr>
          <p:cNvPr id="5" name="補足"/>
          <p:cNvSpPr>
            <a:spLocks noGrp="1"/>
          </p:cNvSpPr>
          <p:nvPr>
            <p:ph type="body" sz="quarter" idx="1"/>
          </p:nvPr>
        </p:nvSpPr>
        <p:spPr>
          <a:xfrm>
            <a:off x="777240" y="4114800"/>
            <a:ext cx="10058400" cy="1737360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l" eaLnBrk="1" latinLnBrk="0" hangingPunct="1">
              <a:lnSpc>
                <a:spcPct val="140000"/>
              </a:lnSpc>
              <a:spcBef>
                <a:spcPts val="0"/>
              </a:spcBef>
              <a:buNone/>
              <a:defRPr sz="24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補足（3行まで）</a:t>
            </a:r>
          </a:p>
        </p:txBody>
      </p:sp>
      <p:sp>
        <p:nvSpPr>
          <p:cNvPr id="6" name="出典"/>
          <p:cNvSpPr>
            <a:spLocks noGrp="1"/>
          </p:cNvSpPr>
          <p:nvPr>
            <p:ph type="body" sz="quarter" idx="16"/>
          </p:nvPr>
        </p:nvSpPr>
        <p:spPr>
          <a:xfrm>
            <a:off x="777240" y="5943600"/>
            <a:ext cx="9966960" cy="32004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5000"/>
              </a:lnSpc>
              <a:spcBef>
                <a:spcPts val="0"/>
              </a:spcBef>
              <a:buNone/>
              <a:defRPr sz="12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出典：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 1行＋補足＋画像">
    <p:bg>
      <p:bgPr>
        <a:solidFill>
          <a:srgbClr val="F1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文字ロゴ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7240" y="6311555"/>
            <a:ext cx="1097280" cy="269931"/>
          </a:xfrm>
          <a:prstGeom prst="rect">
            <a:avLst/>
          </a:prstGeom>
        </p:spPr>
      </p:pic>
      <p:sp>
        <p:nvSpPr>
          <p:cNvPr id="3" name="スライド番号"/>
          <p:cNvSpPr>
            <a:spLocks noGrp="1"/>
          </p:cNvSpPr>
          <p:nvPr>
            <p:ph type="sldNum" sz="quarter" idx="12"/>
          </p:nvPr>
        </p:nvSpPr>
        <p:spPr>
          <a:xfrm>
            <a:off x="10591800" y="6355080"/>
            <a:ext cx="822960" cy="274320"/>
          </a:xfrm>
        </p:spPr>
        <p:txBody>
          <a:bodyPr lIns="0" tIns="0" rIns="0" bIns="0" anchor="ctr"/>
          <a:lstStyle>
            <a:lvl1pPr marL="0" indent="0" algn="r" eaLnBrk="1" latinLnBrk="0" hangingPunct="1">
              <a:lnSpc>
                <a:spcPct val="100000"/>
              </a:lnSpc>
              <a:spcBef>
                <a:spcPts val="0"/>
              </a:spcBef>
              <a:buNone/>
              <a:defRPr sz="1100" b="1" kern="1200" lang="ja-JP" altLang="en-US">
                <a:solidFill>
                  <a:srgbClr val="D97651"/>
                </a:solidFill>
              </a:defRPr>
            </a:lvl1pPr>
          </a:lstStyle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4" name="メッセージ"/>
          <p:cNvSpPr>
            <a:spLocks noGrp="1"/>
          </p:cNvSpPr>
          <p:nvPr>
            <p:ph type="title"/>
          </p:nvPr>
        </p:nvSpPr>
        <p:spPr>
          <a:xfrm>
            <a:off x="777240" y="868680"/>
            <a:ext cx="5577840" cy="251460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25000"/>
              </a:lnSpc>
              <a:spcBef>
                <a:spcPts val="0"/>
              </a:spcBef>
              <a:buNone/>
              <a:defRPr sz="3400" b="1" kern="1200" lang="ja-JP" altLang="en-US">
                <a:solidFill>
                  <a:srgbClr val="29523A"/>
                </a:solidFill>
              </a:defRPr>
            </a:lvl1pPr>
          </a:lstStyle>
          <a:p>
            <a:r>
              <a:rPr lang="ja-JP" altLang="en-US"/>
              <a:t>1行メッセージ</a:t>
            </a:r>
          </a:p>
        </p:txBody>
      </p:sp>
      <p:sp>
        <p:nvSpPr>
          <p:cNvPr id="5" name="補足"/>
          <p:cNvSpPr>
            <a:spLocks noGrp="1"/>
          </p:cNvSpPr>
          <p:nvPr>
            <p:ph type="body" sz="quarter" idx="1"/>
          </p:nvPr>
        </p:nvSpPr>
        <p:spPr>
          <a:xfrm>
            <a:off x="777240" y="3886200"/>
            <a:ext cx="5577840" cy="1920240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l" eaLnBrk="1" latinLnBrk="0" hangingPunct="1">
              <a:lnSpc>
                <a:spcPct val="140000"/>
              </a:lnSpc>
              <a:spcBef>
                <a:spcPts val="0"/>
              </a:spcBef>
              <a:buNone/>
              <a:defRPr sz="22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補足（3行まで）</a:t>
            </a:r>
          </a:p>
        </p:txBody>
      </p:sp>
      <p:sp>
        <p:nvSpPr>
          <p:cNvPr id="6" name="画像"/>
          <p:cNvSpPr>
            <a:spLocks noGrp="1"/>
          </p:cNvSpPr>
          <p:nvPr>
            <p:ph type="pic" sz="quarter" idx="17"/>
          </p:nvPr>
        </p:nvSpPr>
        <p:spPr>
          <a:xfrm>
            <a:off x="6720840" y="1051560"/>
            <a:ext cx="4693920" cy="4709160"/>
          </a:xfrm>
          <a:prstGeom prst="rect">
            <a:avLst/>
          </a:prstGeom>
          <a:solidFill>
            <a:srgbClr val="F7F5EF"/>
          </a:solidFill>
        </p:spPr>
        <p:txBody>
          <a:bodyPr vert="horz" wrap="square" lIns="0" tIns="0" rIns="0" bIns="0" rtlCol="0" anchor="ctr">
            <a:normAutofit/>
          </a:bodyPr>
          <a:lstStyle>
            <a:lvl1pPr marL="0" indent="0" algn="ctr" eaLnBrk="1" latinLnBrk="0" hangingPunct="1">
              <a:lnSpc>
                <a:spcPct val="115000"/>
              </a:lnSpc>
              <a:spcBef>
                <a:spcPts val="0"/>
              </a:spcBef>
              <a:buNone/>
              <a:defRPr sz="14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画像・スクショ</a:t>
            </a:r>
          </a:p>
        </p:txBody>
      </p:sp>
      <p:sp>
        <p:nvSpPr>
          <p:cNvPr id="7" name="出典"/>
          <p:cNvSpPr>
            <a:spLocks noGrp="1"/>
          </p:cNvSpPr>
          <p:nvPr>
            <p:ph type="body" sz="quarter" idx="16"/>
          </p:nvPr>
        </p:nvSpPr>
        <p:spPr>
          <a:xfrm>
            <a:off x="777240" y="5943600"/>
            <a:ext cx="9966960" cy="32004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5000"/>
              </a:lnSpc>
              <a:spcBef>
                <a:spcPts val="0"/>
              </a:spcBef>
              <a:buNone/>
              <a:defRPr sz="12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出典：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 図・スクショ">
    <p:bg>
      <p:bgPr>
        <a:solidFill>
          <a:srgbClr val="F1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文字ロゴ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7240" y="6311555"/>
            <a:ext cx="1097280" cy="269931"/>
          </a:xfrm>
          <a:prstGeom prst="rect">
            <a:avLst/>
          </a:prstGeom>
        </p:spPr>
      </p:pic>
      <p:sp>
        <p:nvSpPr>
          <p:cNvPr id="3" name="スライド番号"/>
          <p:cNvSpPr>
            <a:spLocks noGrp="1"/>
          </p:cNvSpPr>
          <p:nvPr>
            <p:ph type="sldNum" sz="quarter" idx="12"/>
          </p:nvPr>
        </p:nvSpPr>
        <p:spPr>
          <a:xfrm>
            <a:off x="10591800" y="6355080"/>
            <a:ext cx="822960" cy="274320"/>
          </a:xfrm>
        </p:spPr>
        <p:txBody>
          <a:bodyPr lIns="0" tIns="0" rIns="0" bIns="0" anchor="ctr"/>
          <a:lstStyle>
            <a:lvl1pPr marL="0" indent="0" algn="r" eaLnBrk="1" latinLnBrk="0" hangingPunct="1">
              <a:lnSpc>
                <a:spcPct val="100000"/>
              </a:lnSpc>
              <a:spcBef>
                <a:spcPts val="0"/>
              </a:spcBef>
              <a:buNone/>
              <a:defRPr sz="1100" b="1" kern="1200" lang="ja-JP" altLang="en-US">
                <a:solidFill>
                  <a:srgbClr val="D97651"/>
                </a:solidFill>
              </a:defRPr>
            </a:lvl1pPr>
          </a:lstStyle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4" name="見出し"/>
          <p:cNvSpPr>
            <a:spLocks noGrp="1"/>
          </p:cNvSpPr>
          <p:nvPr>
            <p:ph type="title"/>
          </p:nvPr>
        </p:nvSpPr>
        <p:spPr>
          <a:xfrm>
            <a:off x="777240" y="292608"/>
            <a:ext cx="10637520" cy="96012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0000"/>
              </a:lnSpc>
              <a:spcBef>
                <a:spcPts val="0"/>
              </a:spcBef>
              <a:buNone/>
              <a:defRPr sz="3000" b="1" kern="1200" lang="ja-JP" altLang="en-US">
                <a:solidFill>
                  <a:srgbClr val="29523A"/>
                </a:solidFill>
              </a:defRPr>
            </a:lvl1pPr>
          </a:lstStyle>
          <a:p>
            <a:r>
              <a:rPr lang="ja-JP" altLang="en-US"/>
              <a:t>短いラベル</a:t>
            </a:r>
          </a:p>
        </p:txBody>
      </p:sp>
      <p:sp>
        <p:nvSpPr>
          <p:cNvPr id="5" name="画像"/>
          <p:cNvSpPr>
            <a:spLocks noGrp="1"/>
          </p:cNvSpPr>
          <p:nvPr>
            <p:ph type="pic" sz="quarter" idx="17"/>
          </p:nvPr>
        </p:nvSpPr>
        <p:spPr>
          <a:xfrm>
            <a:off x="777240" y="1645920"/>
            <a:ext cx="10637520" cy="4206240"/>
          </a:xfrm>
          <a:prstGeom prst="rect">
            <a:avLst/>
          </a:prstGeom>
          <a:solidFill>
            <a:srgbClr val="F7F5EF"/>
          </a:solidFill>
        </p:spPr>
        <p:txBody>
          <a:bodyPr vert="horz" wrap="square" lIns="0" tIns="0" rIns="0" bIns="0" rtlCol="0" anchor="ctr">
            <a:normAutofit/>
          </a:bodyPr>
          <a:lstStyle>
            <a:lvl1pPr marL="0" indent="0" algn="ctr" eaLnBrk="1" latinLnBrk="0" hangingPunct="1">
              <a:lnSpc>
                <a:spcPct val="115000"/>
              </a:lnSpc>
              <a:spcBef>
                <a:spcPts val="0"/>
              </a:spcBef>
              <a:buNone/>
              <a:defRPr sz="14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図・スクショ</a:t>
            </a:r>
          </a:p>
        </p:txBody>
      </p:sp>
      <p:sp>
        <p:nvSpPr>
          <p:cNvPr id="6" name="出典"/>
          <p:cNvSpPr>
            <a:spLocks noGrp="1"/>
          </p:cNvSpPr>
          <p:nvPr>
            <p:ph type="body" sz="quarter" idx="16"/>
          </p:nvPr>
        </p:nvSpPr>
        <p:spPr>
          <a:xfrm>
            <a:off x="777240" y="5943600"/>
            <a:ext cx="9966960" cy="32004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5000"/>
              </a:lnSpc>
              <a:spcBef>
                <a:spcPts val="0"/>
              </a:spcBef>
              <a:buNone/>
              <a:defRPr sz="12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出典：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左に図・右に解説">
    <p:bg>
      <p:bgPr>
        <a:solidFill>
          <a:srgbClr val="F1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文字ロゴ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7240" y="6311555"/>
            <a:ext cx="1097280" cy="269931"/>
          </a:xfrm>
          <a:prstGeom prst="rect">
            <a:avLst/>
          </a:prstGeom>
        </p:spPr>
      </p:pic>
      <p:sp>
        <p:nvSpPr>
          <p:cNvPr id="3" name="スライド番号"/>
          <p:cNvSpPr>
            <a:spLocks noGrp="1"/>
          </p:cNvSpPr>
          <p:nvPr>
            <p:ph type="sldNum" sz="quarter" idx="12"/>
          </p:nvPr>
        </p:nvSpPr>
        <p:spPr>
          <a:xfrm>
            <a:off x="10591800" y="6355080"/>
            <a:ext cx="822960" cy="274320"/>
          </a:xfrm>
        </p:spPr>
        <p:txBody>
          <a:bodyPr lIns="0" tIns="0" rIns="0" bIns="0" anchor="ctr"/>
          <a:lstStyle>
            <a:lvl1pPr marL="0" indent="0" algn="r" eaLnBrk="1" latinLnBrk="0" hangingPunct="1">
              <a:lnSpc>
                <a:spcPct val="100000"/>
              </a:lnSpc>
              <a:spcBef>
                <a:spcPts val="0"/>
              </a:spcBef>
              <a:buNone/>
              <a:defRPr sz="1100" b="1" kern="1200" lang="ja-JP" altLang="en-US">
                <a:solidFill>
                  <a:srgbClr val="D97651"/>
                </a:solidFill>
              </a:defRPr>
            </a:lvl1pPr>
          </a:lstStyle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4" name="見出し"/>
          <p:cNvSpPr>
            <a:spLocks noGrp="1"/>
          </p:cNvSpPr>
          <p:nvPr>
            <p:ph type="title"/>
          </p:nvPr>
        </p:nvSpPr>
        <p:spPr>
          <a:xfrm>
            <a:off x="777240" y="292608"/>
            <a:ext cx="10637520" cy="96012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0000"/>
              </a:lnSpc>
              <a:spcBef>
                <a:spcPts val="0"/>
              </a:spcBef>
              <a:buNone/>
              <a:defRPr sz="3000" b="1" kern="1200" lang="ja-JP" altLang="en-US">
                <a:solidFill>
                  <a:srgbClr val="29523A"/>
                </a:solidFill>
              </a:defRPr>
            </a:lvl1pPr>
          </a:lstStyle>
          <a:p>
            <a:r>
              <a:rPr lang="ja-JP" altLang="en-US"/>
              <a:t>見出し</a:t>
            </a:r>
          </a:p>
        </p:txBody>
      </p:sp>
      <p:sp>
        <p:nvSpPr>
          <p:cNvPr id="5" name="画像"/>
          <p:cNvSpPr>
            <a:spLocks noGrp="1"/>
          </p:cNvSpPr>
          <p:nvPr>
            <p:ph type="pic" sz="quarter" idx="17"/>
          </p:nvPr>
        </p:nvSpPr>
        <p:spPr>
          <a:xfrm>
            <a:off x="777240" y="1645920"/>
            <a:ext cx="5989320" cy="4206240"/>
          </a:xfrm>
          <a:prstGeom prst="rect">
            <a:avLst/>
          </a:prstGeom>
          <a:solidFill>
            <a:srgbClr val="F7F5EF"/>
          </a:solidFill>
        </p:spPr>
        <p:txBody>
          <a:bodyPr vert="horz" wrap="square" lIns="0" tIns="0" rIns="0" bIns="0" rtlCol="0" anchor="ctr">
            <a:normAutofit/>
          </a:bodyPr>
          <a:lstStyle>
            <a:lvl1pPr marL="0" indent="0" algn="ctr" eaLnBrk="1" latinLnBrk="0" hangingPunct="1">
              <a:lnSpc>
                <a:spcPct val="115000"/>
              </a:lnSpc>
              <a:spcBef>
                <a:spcPts val="0"/>
              </a:spcBef>
              <a:buNone/>
              <a:defRPr sz="14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図・スクショ</a:t>
            </a:r>
          </a:p>
        </p:txBody>
      </p:sp>
      <p:sp>
        <p:nvSpPr>
          <p:cNvPr id="6" name="右の見出し"/>
          <p:cNvSpPr>
            <a:spLocks noGrp="1"/>
          </p:cNvSpPr>
          <p:nvPr>
            <p:ph type="body" sz="quarter" idx="13"/>
          </p:nvPr>
        </p:nvSpPr>
        <p:spPr>
          <a:xfrm>
            <a:off x="7086600" y="1645920"/>
            <a:ext cx="4328160" cy="50292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5000"/>
              </a:lnSpc>
              <a:spcBef>
                <a:spcPts val="0"/>
              </a:spcBef>
              <a:buNone/>
              <a:defRPr sz="2200" b="1" kern="1200" lang="ja-JP" altLang="en-US">
                <a:solidFill>
                  <a:srgbClr val="29523A"/>
                </a:solidFill>
              </a:defRPr>
            </a:lvl1pPr>
          </a:lstStyle>
          <a:p>
            <a:r>
              <a:rPr lang="ja-JP" altLang="en-US"/>
              <a:t>右カラムの見出し</a:t>
            </a:r>
          </a:p>
        </p:txBody>
      </p:sp>
      <p:sp>
        <p:nvSpPr>
          <p:cNvPr id="7" name="右の見出し罫"/>
          <p:cNvSpPr/>
          <p:nvPr userDrawn="1"/>
        </p:nvSpPr>
        <p:spPr>
          <a:xfrm>
            <a:off x="7086600" y="2212848"/>
            <a:ext cx="4328160" cy="22860"/>
          </a:xfrm>
          <a:prstGeom prst="rect">
            <a:avLst/>
          </a:prstGeom>
          <a:solidFill>
            <a:srgbClr val="29523A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解説"/>
          <p:cNvSpPr>
            <a:spLocks noGrp="1"/>
          </p:cNvSpPr>
          <p:nvPr>
            <p:ph type="body" sz="quarter" idx="1"/>
          </p:nvPr>
        </p:nvSpPr>
        <p:spPr>
          <a:xfrm>
            <a:off x="7086600" y="2423160"/>
            <a:ext cx="4328160" cy="3429000"/>
          </a:xfrm>
        </p:spPr>
        <p:txBody>
          <a:bodyPr vert="horz" wrap="square" lIns="0" tIns="0" rIns="0" bIns="0" rtlCol="0" anchor="t">
            <a:normAutofit/>
          </a:bodyPr>
          <a:lstStyle>
            <a:lvl1pPr marL="400050" indent="-400050" algn="l" eaLnBrk="1" latinLnBrk="0" hangingPunct="1">
              <a:lnSpc>
                <a:spcPct val="130000"/>
              </a:lnSpc>
              <a:spcBef>
                <a:spcPts val="1000"/>
              </a:spcBef>
              <a:buClr>
                <a:srgbClr val="241915"/>
              </a:buClr>
              <a:buFont typeface="Arial"/>
              <a:buChar char="•"/>
              <a:defRPr sz="20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解説</a:t>
            </a:r>
          </a:p>
          <a:p>
            <a:r>
              <a:rPr lang="ja-JP" altLang="en-US"/>
              <a:t>解説</a:t>
            </a:r>
          </a:p>
        </p:txBody>
      </p:sp>
      <p:sp>
        <p:nvSpPr>
          <p:cNvPr id="9" name="出典"/>
          <p:cNvSpPr>
            <a:spLocks noGrp="1"/>
          </p:cNvSpPr>
          <p:nvPr>
            <p:ph type="body" sz="quarter" idx="16"/>
          </p:nvPr>
        </p:nvSpPr>
        <p:spPr>
          <a:xfrm>
            <a:off x="777240" y="5943600"/>
            <a:ext cx="9966960" cy="32004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5000"/>
              </a:lnSpc>
              <a:spcBef>
                <a:spcPts val="0"/>
              </a:spcBef>
              <a:buNone/>
              <a:defRPr sz="12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出典：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 プロンプト">
    <p:bg>
      <p:bgPr>
        <a:solidFill>
          <a:srgbClr val="F1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文字ロゴ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7240" y="6311555"/>
            <a:ext cx="1097280" cy="269931"/>
          </a:xfrm>
          <a:prstGeom prst="rect">
            <a:avLst/>
          </a:prstGeom>
        </p:spPr>
      </p:pic>
      <p:sp>
        <p:nvSpPr>
          <p:cNvPr id="3" name="スライド番号"/>
          <p:cNvSpPr>
            <a:spLocks noGrp="1"/>
          </p:cNvSpPr>
          <p:nvPr>
            <p:ph type="sldNum" sz="quarter" idx="12"/>
          </p:nvPr>
        </p:nvSpPr>
        <p:spPr>
          <a:xfrm>
            <a:off x="10591800" y="6355080"/>
            <a:ext cx="822960" cy="274320"/>
          </a:xfrm>
        </p:spPr>
        <p:txBody>
          <a:bodyPr lIns="0" tIns="0" rIns="0" bIns="0" anchor="ctr"/>
          <a:lstStyle>
            <a:lvl1pPr marL="0" indent="0" algn="r" eaLnBrk="1" latinLnBrk="0" hangingPunct="1">
              <a:lnSpc>
                <a:spcPct val="100000"/>
              </a:lnSpc>
              <a:spcBef>
                <a:spcPts val="0"/>
              </a:spcBef>
              <a:buNone/>
              <a:defRPr sz="1100" b="1" kern="1200" lang="ja-JP" altLang="en-US">
                <a:solidFill>
                  <a:srgbClr val="D97651"/>
                </a:solidFill>
              </a:defRPr>
            </a:lvl1pPr>
          </a:lstStyle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4" name="見出し"/>
          <p:cNvSpPr>
            <a:spLocks noGrp="1"/>
          </p:cNvSpPr>
          <p:nvPr>
            <p:ph type="title"/>
          </p:nvPr>
        </p:nvSpPr>
        <p:spPr>
          <a:xfrm>
            <a:off x="777240" y="292608"/>
            <a:ext cx="10637520" cy="96012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0000"/>
              </a:lnSpc>
              <a:spcBef>
                <a:spcPts val="0"/>
              </a:spcBef>
              <a:buNone/>
              <a:defRPr sz="3000" b="1" kern="1200" lang="ja-JP" altLang="en-US">
                <a:solidFill>
                  <a:srgbClr val="29523A"/>
                </a:solidFill>
              </a:defRPr>
            </a:lvl1pPr>
          </a:lstStyle>
          <a:p>
            <a:r>
              <a:rPr lang="ja-JP" altLang="en-US"/>
              <a:t>打ったプロンプト</a:t>
            </a:r>
          </a:p>
        </p:txBody>
      </p:sp>
      <p:sp>
        <p:nvSpPr>
          <p:cNvPr id="5" name="プロンプト枠"/>
          <p:cNvSpPr/>
          <p:nvPr userDrawn="1"/>
        </p:nvSpPr>
        <p:spPr>
          <a:xfrm>
            <a:off x="777240" y="1691640"/>
            <a:ext cx="10637520" cy="4069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ラベル"/>
          <p:cNvSpPr>
            <a:spLocks noGrp="1"/>
          </p:cNvSpPr>
          <p:nvPr>
            <p:ph type="body" sz="quarter" idx="13"/>
          </p:nvPr>
        </p:nvSpPr>
        <p:spPr>
          <a:xfrm>
            <a:off x="1188720" y="1874520"/>
            <a:ext cx="5486400" cy="320040"/>
          </a:xfrm>
        </p:spPr>
        <p:txBody>
          <a:bodyPr vert="horz" wrap="square" lIns="0" tIns="0" rIns="0" bIns="0" rtlCol="0" anchor="ctr">
            <a:normAutofit/>
          </a:bodyPr>
          <a:lstStyle>
            <a:lvl1pPr marL="0" indent="0" algn="l" eaLnBrk="1" latinLnBrk="0" hangingPunct="1">
              <a:lnSpc>
                <a:spcPct val="115000"/>
              </a:lnSpc>
              <a:spcBef>
                <a:spcPts val="0"/>
              </a:spcBef>
              <a:buNone/>
              <a:defRPr sz="1600" b="1" spc="10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原文ママ</a:t>
            </a:r>
          </a:p>
        </p:txBody>
      </p:sp>
      <p:sp>
        <p:nvSpPr>
          <p:cNvPr id="7" name="プロンプト"/>
          <p:cNvSpPr>
            <a:spLocks noGrp="1"/>
          </p:cNvSpPr>
          <p:nvPr>
            <p:ph type="body" sz="quarter" idx="1"/>
          </p:nvPr>
        </p:nvSpPr>
        <p:spPr>
          <a:xfrm>
            <a:off x="1188720" y="2286000"/>
            <a:ext cx="9814560" cy="3246120"/>
          </a:xfrm>
        </p:spPr>
        <p:txBody>
          <a:bodyPr vert="horz" wrap="square" lIns="0" tIns="0" rIns="0" bIns="0" rtlCol="0" anchor="ctr">
            <a:normAutofit/>
          </a:bodyPr>
          <a:lstStyle>
            <a:lvl1pPr marL="0" indent="0" algn="l" eaLnBrk="1" latinLnBrk="0" hangingPunct="1">
              <a:lnSpc>
                <a:spcPct val="150000"/>
              </a:lnSpc>
              <a:spcBef>
                <a:spcPts val="0"/>
              </a:spcBef>
              <a:buNone/>
              <a:defRPr sz="2200" b="0" kern="1200" lang="ja-JP" altLang="en-US">
                <a:solidFill>
                  <a:srgbClr val="241915"/>
                </a:solidFill>
                <a:latin typeface="BIZ UDGothic"/>
                <a:ea typeface="BIZ UDGothic"/>
              </a:defRPr>
            </a:lvl1pPr>
          </a:lstStyle>
          <a:p>
            <a:r>
              <a:rPr lang="ja-JP" altLang="en-US"/>
              <a:t>プロンプト</a:t>
            </a:r>
          </a:p>
        </p:txBody>
      </p:sp>
      <p:sp>
        <p:nvSpPr>
          <p:cNvPr id="8" name="出典"/>
          <p:cNvSpPr>
            <a:spLocks noGrp="1"/>
          </p:cNvSpPr>
          <p:nvPr>
            <p:ph type="body" sz="quarter" idx="16"/>
          </p:nvPr>
        </p:nvSpPr>
        <p:spPr>
          <a:xfrm>
            <a:off x="777240" y="5943600"/>
            <a:ext cx="9966960" cy="32004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5000"/>
              </a:lnSpc>
              <a:spcBef>
                <a:spcPts val="0"/>
              </a:spcBef>
              <a:buNone/>
              <a:defRPr sz="12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出典：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比較（Before→After）">
    <p:bg>
      <p:bgPr>
        <a:solidFill>
          <a:srgbClr val="F1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文字ロゴ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7240" y="6311555"/>
            <a:ext cx="1097280" cy="269931"/>
          </a:xfrm>
          <a:prstGeom prst="rect">
            <a:avLst/>
          </a:prstGeom>
        </p:spPr>
      </p:pic>
      <p:sp>
        <p:nvSpPr>
          <p:cNvPr id="3" name="スライド番号"/>
          <p:cNvSpPr>
            <a:spLocks noGrp="1"/>
          </p:cNvSpPr>
          <p:nvPr>
            <p:ph type="sldNum" sz="quarter" idx="12"/>
          </p:nvPr>
        </p:nvSpPr>
        <p:spPr>
          <a:xfrm>
            <a:off x="10591800" y="6355080"/>
            <a:ext cx="822960" cy="274320"/>
          </a:xfrm>
        </p:spPr>
        <p:txBody>
          <a:bodyPr lIns="0" tIns="0" rIns="0" bIns="0" anchor="ctr"/>
          <a:lstStyle>
            <a:lvl1pPr marL="0" indent="0" algn="r" eaLnBrk="1" latinLnBrk="0" hangingPunct="1">
              <a:lnSpc>
                <a:spcPct val="100000"/>
              </a:lnSpc>
              <a:spcBef>
                <a:spcPts val="0"/>
              </a:spcBef>
              <a:buNone/>
              <a:defRPr sz="1100" b="1" kern="1200" lang="ja-JP" altLang="en-US">
                <a:solidFill>
                  <a:srgbClr val="D97651"/>
                </a:solidFill>
              </a:defRPr>
            </a:lvl1pPr>
          </a:lstStyle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4" name="見出し"/>
          <p:cNvSpPr>
            <a:spLocks noGrp="1"/>
          </p:cNvSpPr>
          <p:nvPr>
            <p:ph type="title"/>
          </p:nvPr>
        </p:nvSpPr>
        <p:spPr>
          <a:xfrm>
            <a:off x="777240" y="292608"/>
            <a:ext cx="10637520" cy="96012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0000"/>
              </a:lnSpc>
              <a:spcBef>
                <a:spcPts val="0"/>
              </a:spcBef>
              <a:buNone/>
              <a:defRPr sz="3000" b="1" kern="1200" lang="ja-JP" altLang="en-US">
                <a:solidFill>
                  <a:srgbClr val="29523A"/>
                </a:solidFill>
              </a:defRPr>
            </a:lvl1pPr>
          </a:lstStyle>
          <a:p>
            <a:r>
              <a:rPr lang="ja-JP" altLang="en-US"/>
              <a:t>見出し</a:t>
            </a:r>
          </a:p>
        </p:txBody>
      </p:sp>
      <p:sp>
        <p:nvSpPr>
          <p:cNvPr id="5" name="左ラベル"/>
          <p:cNvSpPr>
            <a:spLocks noGrp="1"/>
          </p:cNvSpPr>
          <p:nvPr>
            <p:ph type="body" sz="quarter" idx="13"/>
          </p:nvPr>
        </p:nvSpPr>
        <p:spPr>
          <a:xfrm>
            <a:off x="777240" y="1645920"/>
            <a:ext cx="4907280" cy="41148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5000"/>
              </a:lnSpc>
              <a:spcBef>
                <a:spcPts val="0"/>
              </a:spcBef>
              <a:buNone/>
              <a:defRPr sz="1800" b="1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Before</a:t>
            </a:r>
          </a:p>
        </p:txBody>
      </p:sp>
      <p:sp>
        <p:nvSpPr>
          <p:cNvPr id="6" name="左パネル"/>
          <p:cNvSpPr/>
          <p:nvPr userDrawn="1"/>
        </p:nvSpPr>
        <p:spPr>
          <a:xfrm>
            <a:off x="777240" y="2194560"/>
            <a:ext cx="4907280" cy="3611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左の内容"/>
          <p:cNvSpPr>
            <a:spLocks noGrp="1"/>
          </p:cNvSpPr>
          <p:nvPr>
            <p:ph type="body" sz="quarter" idx="1"/>
          </p:nvPr>
        </p:nvSpPr>
        <p:spPr>
          <a:xfrm>
            <a:off x="1097280" y="2423160"/>
            <a:ext cx="4267200" cy="3154680"/>
          </a:xfrm>
        </p:spPr>
        <p:txBody>
          <a:bodyPr vert="horz" wrap="square" lIns="0" tIns="0" rIns="0" bIns="0" rtlCol="0" anchor="ctr">
            <a:normAutofit/>
          </a:bodyPr>
          <a:lstStyle>
            <a:lvl1pPr marL="0" indent="0" algn="l" eaLnBrk="1" latinLnBrk="0" hangingPunct="1">
              <a:lnSpc>
                <a:spcPct val="145000"/>
              </a:lnSpc>
              <a:spcBef>
                <a:spcPts val="0"/>
              </a:spcBef>
              <a:buNone/>
              <a:defRPr sz="2100" b="0" kern="1200" lang="ja-JP" altLang="en-US">
                <a:solidFill>
                  <a:srgbClr val="241915"/>
                </a:solidFill>
                <a:latin typeface="BIZ UDGothic"/>
                <a:ea typeface="BIZ UDGothic"/>
              </a:defRPr>
            </a:lvl1pPr>
          </a:lstStyle>
          <a:p>
            <a:r>
              <a:rPr lang="ja-JP" altLang="en-US"/>
              <a:t>左の内容</a:t>
            </a:r>
          </a:p>
        </p:txBody>
      </p:sp>
      <p:sp>
        <p:nvSpPr>
          <p:cNvPr id="8" name="三角"/>
          <p:cNvSpPr/>
          <p:nvPr userDrawn="1"/>
        </p:nvSpPr>
        <p:spPr>
          <a:xfrm rot="5400000">
            <a:off x="5958840" y="3749040"/>
            <a:ext cx="292608" cy="502920"/>
          </a:xfrm>
          <a:prstGeom prst="triangle">
            <a:avLst/>
          </a:prstGeom>
          <a:solidFill>
            <a:srgbClr val="C8BAAC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右ラベル"/>
          <p:cNvSpPr>
            <a:spLocks noGrp="1"/>
          </p:cNvSpPr>
          <p:nvPr>
            <p:ph type="body" sz="quarter" idx="14"/>
          </p:nvPr>
        </p:nvSpPr>
        <p:spPr>
          <a:xfrm>
            <a:off x="6507480" y="1645920"/>
            <a:ext cx="4907280" cy="41148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5000"/>
              </a:lnSpc>
              <a:spcBef>
                <a:spcPts val="0"/>
              </a:spcBef>
              <a:buNone/>
              <a:defRPr sz="1800" b="1" kern="1200" lang="ja-JP" altLang="en-US">
                <a:solidFill>
                  <a:srgbClr val="29523A"/>
                </a:solidFill>
              </a:defRPr>
            </a:lvl1pPr>
          </a:lstStyle>
          <a:p>
            <a:r>
              <a:rPr lang="ja-JP" altLang="en-US"/>
              <a:t>After</a:t>
            </a:r>
          </a:p>
        </p:txBody>
      </p:sp>
      <p:sp>
        <p:nvSpPr>
          <p:cNvPr id="10" name="右パネル"/>
          <p:cNvSpPr/>
          <p:nvPr userDrawn="1"/>
        </p:nvSpPr>
        <p:spPr>
          <a:xfrm>
            <a:off x="6507480" y="2194560"/>
            <a:ext cx="4907280" cy="3611880"/>
          </a:xfrm>
          <a:prstGeom prst="rect">
            <a:avLst/>
          </a:prstGeom>
          <a:solidFill>
            <a:srgbClr val="DAE48F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右の内容"/>
          <p:cNvSpPr>
            <a:spLocks noGrp="1"/>
          </p:cNvSpPr>
          <p:nvPr>
            <p:ph type="body" sz="quarter" idx="15"/>
          </p:nvPr>
        </p:nvSpPr>
        <p:spPr>
          <a:xfrm>
            <a:off x="6827520" y="2423160"/>
            <a:ext cx="4267200" cy="3154680"/>
          </a:xfrm>
        </p:spPr>
        <p:txBody>
          <a:bodyPr vert="horz" wrap="square" lIns="0" tIns="0" rIns="0" bIns="0" rtlCol="0" anchor="ctr">
            <a:normAutofit/>
          </a:bodyPr>
          <a:lstStyle>
            <a:lvl1pPr marL="0" indent="0" algn="l" eaLnBrk="1" latinLnBrk="0" hangingPunct="1">
              <a:lnSpc>
                <a:spcPct val="145000"/>
              </a:lnSpc>
              <a:spcBef>
                <a:spcPts val="0"/>
              </a:spcBef>
              <a:buNone/>
              <a:defRPr sz="2100" b="0" kern="1200" lang="ja-JP" altLang="en-US">
                <a:solidFill>
                  <a:srgbClr val="241915"/>
                </a:solidFill>
                <a:latin typeface="BIZ UDGothic"/>
                <a:ea typeface="BIZ UDGothic"/>
              </a:defRPr>
            </a:lvl1pPr>
          </a:lstStyle>
          <a:p>
            <a:r>
              <a:rPr lang="ja-JP" altLang="en-US"/>
              <a:t>右の内容</a:t>
            </a:r>
          </a:p>
        </p:txBody>
      </p:sp>
      <p:sp>
        <p:nvSpPr>
          <p:cNvPr id="12" name="出典"/>
          <p:cNvSpPr>
            <a:spLocks noGrp="1"/>
          </p:cNvSpPr>
          <p:nvPr>
            <p:ph type="body" sz="quarter" idx="16"/>
          </p:nvPr>
        </p:nvSpPr>
        <p:spPr>
          <a:xfrm>
            <a:off x="777240" y="5943600"/>
            <a:ext cx="9966960" cy="32004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5000"/>
              </a:lnSpc>
              <a:spcBef>
                <a:spcPts val="0"/>
              </a:spcBef>
              <a:buNone/>
              <a:defRPr sz="12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出典：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 見出しのみ（表・矢羽・図解）">
    <p:bg>
      <p:bgPr>
        <a:solidFill>
          <a:srgbClr val="F1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文字ロゴ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7240" y="6311555"/>
            <a:ext cx="1097280" cy="269931"/>
          </a:xfrm>
          <a:prstGeom prst="rect">
            <a:avLst/>
          </a:prstGeom>
        </p:spPr>
      </p:pic>
      <p:sp>
        <p:nvSpPr>
          <p:cNvPr id="3" name="スライド番号"/>
          <p:cNvSpPr>
            <a:spLocks noGrp="1"/>
          </p:cNvSpPr>
          <p:nvPr>
            <p:ph type="sldNum" sz="quarter" idx="12"/>
          </p:nvPr>
        </p:nvSpPr>
        <p:spPr>
          <a:xfrm>
            <a:off x="10591800" y="6355080"/>
            <a:ext cx="822960" cy="274320"/>
          </a:xfrm>
        </p:spPr>
        <p:txBody>
          <a:bodyPr lIns="0" tIns="0" rIns="0" bIns="0" anchor="ctr"/>
          <a:lstStyle>
            <a:lvl1pPr marL="0" indent="0" algn="r" eaLnBrk="1" latinLnBrk="0" hangingPunct="1">
              <a:lnSpc>
                <a:spcPct val="100000"/>
              </a:lnSpc>
              <a:spcBef>
                <a:spcPts val="0"/>
              </a:spcBef>
              <a:buNone/>
              <a:defRPr sz="1100" b="1" kern="1200" lang="ja-JP" altLang="en-US">
                <a:solidFill>
                  <a:srgbClr val="D97651"/>
                </a:solidFill>
              </a:defRPr>
            </a:lvl1pPr>
          </a:lstStyle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4" name="見出し"/>
          <p:cNvSpPr>
            <a:spLocks noGrp="1"/>
          </p:cNvSpPr>
          <p:nvPr>
            <p:ph type="title"/>
          </p:nvPr>
        </p:nvSpPr>
        <p:spPr>
          <a:xfrm>
            <a:off x="777240" y="292608"/>
            <a:ext cx="10637520" cy="96012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0000"/>
              </a:lnSpc>
              <a:spcBef>
                <a:spcPts val="0"/>
              </a:spcBef>
              <a:buNone/>
              <a:defRPr sz="3000" b="1" kern="1200" lang="ja-JP" altLang="en-US">
                <a:solidFill>
                  <a:srgbClr val="29523A"/>
                </a:solidFill>
              </a:defRPr>
            </a:lvl1pPr>
          </a:lstStyle>
          <a:p>
            <a:r>
              <a:rPr lang="ja-JP" altLang="en-US"/>
              <a:t>見出し</a:t>
            </a:r>
          </a:p>
        </p:txBody>
      </p:sp>
      <p:sp>
        <p:nvSpPr>
          <p:cNvPr id="5" name="出典"/>
          <p:cNvSpPr>
            <a:spLocks noGrp="1"/>
          </p:cNvSpPr>
          <p:nvPr>
            <p:ph type="body" sz="quarter" idx="16"/>
          </p:nvPr>
        </p:nvSpPr>
        <p:spPr>
          <a:xfrm>
            <a:off x="777240" y="5943600"/>
            <a:ext cx="9966960" cy="32004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5000"/>
              </a:lnSpc>
              <a:spcBef>
                <a:spcPts val="0"/>
              </a:spcBef>
              <a:buNone/>
              <a:defRPr sz="12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出典：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 大きい数字">
    <p:bg>
      <p:bgPr>
        <a:solidFill>
          <a:srgbClr val="F1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文字ロゴ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7240" y="6311555"/>
            <a:ext cx="1097280" cy="269931"/>
          </a:xfrm>
          <a:prstGeom prst="rect">
            <a:avLst/>
          </a:prstGeom>
        </p:spPr>
      </p:pic>
      <p:sp>
        <p:nvSpPr>
          <p:cNvPr id="3" name="スライド番号"/>
          <p:cNvSpPr>
            <a:spLocks noGrp="1"/>
          </p:cNvSpPr>
          <p:nvPr>
            <p:ph type="sldNum" sz="quarter" idx="12"/>
          </p:nvPr>
        </p:nvSpPr>
        <p:spPr>
          <a:xfrm>
            <a:off x="10591800" y="6355080"/>
            <a:ext cx="822960" cy="274320"/>
          </a:xfrm>
        </p:spPr>
        <p:txBody>
          <a:bodyPr lIns="0" tIns="0" rIns="0" bIns="0" anchor="ctr"/>
          <a:lstStyle>
            <a:lvl1pPr marL="0" indent="0" algn="r" eaLnBrk="1" latinLnBrk="0" hangingPunct="1">
              <a:lnSpc>
                <a:spcPct val="100000"/>
              </a:lnSpc>
              <a:spcBef>
                <a:spcPts val="0"/>
              </a:spcBef>
              <a:buNone/>
              <a:defRPr sz="1100" b="1" kern="1200" lang="ja-JP" altLang="en-US">
                <a:solidFill>
                  <a:srgbClr val="D97651"/>
                </a:solidFill>
              </a:defRPr>
            </a:lvl1pPr>
          </a:lstStyle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4" name="見出し"/>
          <p:cNvSpPr>
            <a:spLocks noGrp="1"/>
          </p:cNvSpPr>
          <p:nvPr>
            <p:ph type="title"/>
          </p:nvPr>
        </p:nvSpPr>
        <p:spPr>
          <a:xfrm>
            <a:off x="777240" y="292608"/>
            <a:ext cx="10637520" cy="96012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0000"/>
              </a:lnSpc>
              <a:spcBef>
                <a:spcPts val="0"/>
              </a:spcBef>
              <a:buNone/>
              <a:defRPr sz="3000" b="1" kern="1200" lang="ja-JP" altLang="en-US">
                <a:solidFill>
                  <a:srgbClr val="29523A"/>
                </a:solidFill>
              </a:defRPr>
            </a:lvl1pPr>
          </a:lstStyle>
          <a:p>
            <a:r>
              <a:rPr lang="ja-JP" altLang="en-US"/>
              <a:t>見出し</a:t>
            </a:r>
          </a:p>
        </p:txBody>
      </p:sp>
      <p:sp>
        <p:nvSpPr>
          <p:cNvPr id="5" name="数字1"/>
          <p:cNvSpPr>
            <a:spLocks noGrp="1"/>
          </p:cNvSpPr>
          <p:nvPr>
            <p:ph type="body" sz="quarter" idx="20"/>
          </p:nvPr>
        </p:nvSpPr>
        <p:spPr>
          <a:xfrm>
            <a:off x="777240" y="1737360"/>
            <a:ext cx="5044440" cy="228600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00000"/>
              </a:lnSpc>
              <a:spcBef>
                <a:spcPts val="0"/>
              </a:spcBef>
              <a:buNone/>
              <a:defRPr sz="9600" b="1" kern="1200" lang="ja-JP" altLang="en-US">
                <a:solidFill>
                  <a:srgbClr val="29523A"/>
                </a:solidFill>
              </a:defRPr>
            </a:lvl1pPr>
          </a:lstStyle>
          <a:p>
            <a:r>
              <a:rPr lang="ja-JP" altLang="en-US"/>
              <a:t>72%</a:t>
            </a:r>
          </a:p>
        </p:txBody>
      </p:sp>
      <p:sp>
        <p:nvSpPr>
          <p:cNvPr id="6" name="説明1"/>
          <p:cNvSpPr>
            <a:spLocks noGrp="1"/>
          </p:cNvSpPr>
          <p:nvPr>
            <p:ph type="body" sz="quarter" idx="30"/>
          </p:nvPr>
        </p:nvSpPr>
        <p:spPr>
          <a:xfrm>
            <a:off x="777240" y="4206240"/>
            <a:ext cx="5044440" cy="1371600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l" eaLnBrk="1" latinLnBrk="0" hangingPunct="1">
              <a:lnSpc>
                <a:spcPct val="135000"/>
              </a:lnSpc>
              <a:spcBef>
                <a:spcPts val="0"/>
              </a:spcBef>
              <a:buNone/>
              <a:defRPr sz="22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何の数字か</a:t>
            </a:r>
          </a:p>
        </p:txBody>
      </p:sp>
      <p:sp>
        <p:nvSpPr>
          <p:cNvPr id="7" name="数字2"/>
          <p:cNvSpPr>
            <a:spLocks noGrp="1"/>
          </p:cNvSpPr>
          <p:nvPr>
            <p:ph type="body" sz="quarter" idx="21"/>
          </p:nvPr>
        </p:nvSpPr>
        <p:spPr>
          <a:xfrm>
            <a:off x="6370320" y="1737360"/>
            <a:ext cx="5044440" cy="228600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00000"/>
              </a:lnSpc>
              <a:spcBef>
                <a:spcPts val="0"/>
              </a:spcBef>
              <a:buNone/>
              <a:defRPr sz="9600" b="1" kern="1200" lang="ja-JP" altLang="en-US">
                <a:solidFill>
                  <a:srgbClr val="29523A"/>
                </a:solidFill>
              </a:defRPr>
            </a:lvl1pPr>
          </a:lstStyle>
          <a:p>
            <a:r>
              <a:rPr lang="ja-JP" altLang="en-US"/>
              <a:t>72%</a:t>
            </a:r>
          </a:p>
        </p:txBody>
      </p:sp>
      <p:sp>
        <p:nvSpPr>
          <p:cNvPr id="8" name="説明2"/>
          <p:cNvSpPr>
            <a:spLocks noGrp="1"/>
          </p:cNvSpPr>
          <p:nvPr>
            <p:ph type="body" sz="quarter" idx="31"/>
          </p:nvPr>
        </p:nvSpPr>
        <p:spPr>
          <a:xfrm>
            <a:off x="6370320" y="4206240"/>
            <a:ext cx="5044440" cy="1371600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l" eaLnBrk="1" latinLnBrk="0" hangingPunct="1">
              <a:lnSpc>
                <a:spcPct val="135000"/>
              </a:lnSpc>
              <a:spcBef>
                <a:spcPts val="0"/>
              </a:spcBef>
              <a:buNone/>
              <a:defRPr sz="22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何の数字か</a:t>
            </a:r>
          </a:p>
        </p:txBody>
      </p:sp>
      <p:sp>
        <p:nvSpPr>
          <p:cNvPr id="9" name="出典"/>
          <p:cNvSpPr>
            <a:spLocks noGrp="1"/>
          </p:cNvSpPr>
          <p:nvPr>
            <p:ph type="body" sz="quarter" idx="16"/>
          </p:nvPr>
        </p:nvSpPr>
        <p:spPr>
          <a:xfrm>
            <a:off x="777240" y="5943600"/>
            <a:ext cx="9966960" cy="32004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5000"/>
              </a:lnSpc>
              <a:spcBef>
                <a:spcPts val="0"/>
              </a:spcBef>
              <a:buNone/>
              <a:defRPr sz="12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出典：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 問いかけ">
    <p:bg>
      <p:bgPr>
        <a:solidFill>
          <a:srgbClr val="F1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文字ロゴ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7240" y="6311555"/>
            <a:ext cx="1097280" cy="269931"/>
          </a:xfrm>
          <a:prstGeom prst="rect">
            <a:avLst/>
          </a:prstGeom>
        </p:spPr>
      </p:pic>
      <p:sp>
        <p:nvSpPr>
          <p:cNvPr id="3" name="スライド番号"/>
          <p:cNvSpPr>
            <a:spLocks noGrp="1"/>
          </p:cNvSpPr>
          <p:nvPr>
            <p:ph type="sldNum" sz="quarter" idx="12"/>
          </p:nvPr>
        </p:nvSpPr>
        <p:spPr>
          <a:xfrm>
            <a:off x="10591800" y="6355080"/>
            <a:ext cx="822960" cy="274320"/>
          </a:xfrm>
        </p:spPr>
        <p:txBody>
          <a:bodyPr lIns="0" tIns="0" rIns="0" bIns="0" anchor="ctr"/>
          <a:lstStyle>
            <a:lvl1pPr marL="0" indent="0" algn="r" eaLnBrk="1" latinLnBrk="0" hangingPunct="1">
              <a:lnSpc>
                <a:spcPct val="100000"/>
              </a:lnSpc>
              <a:spcBef>
                <a:spcPts val="0"/>
              </a:spcBef>
              <a:buNone/>
              <a:defRPr sz="1100" b="1" kern="1200" lang="ja-JP" altLang="en-US">
                <a:solidFill>
                  <a:srgbClr val="D97651"/>
                </a:solidFill>
              </a:defRPr>
            </a:lvl1pPr>
          </a:lstStyle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4" name="はてな"/>
          <p:cNvSpPr txBox="1"/>
          <p:nvPr userDrawn="1"/>
        </p:nvSpPr>
        <p:spPr>
          <a:xfrm>
            <a:off x="777240" y="1097280"/>
            <a:ext cx="2377440" cy="43891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22000" b="1" altLang="en-US">
                <a:solidFill>
                  <a:srgbClr val="D97651"/>
                </a:solidFill>
              </a:rPr>
              <a:t>?</a:t>
            </a:r>
          </a:p>
        </p:txBody>
      </p:sp>
      <p:sp>
        <p:nvSpPr>
          <p:cNvPr id="5" name="問い"/>
          <p:cNvSpPr>
            <a:spLocks noGrp="1"/>
          </p:cNvSpPr>
          <p:nvPr>
            <p:ph type="title"/>
          </p:nvPr>
        </p:nvSpPr>
        <p:spPr>
          <a:xfrm>
            <a:off x="3520440" y="1280160"/>
            <a:ext cx="7894320" cy="3108960"/>
          </a:xfrm>
        </p:spPr>
        <p:txBody>
          <a:bodyPr vert="horz" wrap="square" lIns="0" tIns="0" rIns="0" bIns="0" rtlCol="0" anchor="ctr">
            <a:normAutofit/>
          </a:bodyPr>
          <a:lstStyle>
            <a:lvl1pPr marL="0" indent="0" algn="l" eaLnBrk="1" latinLnBrk="0" hangingPunct="1">
              <a:lnSpc>
                <a:spcPct val="130000"/>
              </a:lnSpc>
              <a:spcBef>
                <a:spcPts val="0"/>
              </a:spcBef>
              <a:buNone/>
              <a:defRPr sz="4400" b="1" kern="1200" lang="ja-JP" altLang="en-US">
                <a:solidFill>
                  <a:srgbClr val="29523A"/>
                </a:solidFill>
              </a:defRPr>
            </a:lvl1pPr>
          </a:lstStyle>
          <a:p>
            <a:r>
              <a:rPr lang="ja-JP" altLang="en-US"/>
              <a:t>問いかけ？</a:t>
            </a:r>
          </a:p>
        </p:txBody>
      </p:sp>
      <p:sp>
        <p:nvSpPr>
          <p:cNvPr id="6" name="ひとこと"/>
          <p:cNvSpPr>
            <a:spLocks noGrp="1"/>
          </p:cNvSpPr>
          <p:nvPr>
            <p:ph type="body" sz="quarter" idx="1"/>
          </p:nvPr>
        </p:nvSpPr>
        <p:spPr>
          <a:xfrm>
            <a:off x="3520440" y="4572000"/>
            <a:ext cx="7894320" cy="1097280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l" eaLnBrk="1" latinLnBrk="0" hangingPunct="1">
              <a:lnSpc>
                <a:spcPct val="135000"/>
              </a:lnSpc>
              <a:spcBef>
                <a:spcPts val="0"/>
              </a:spcBef>
              <a:buNone/>
              <a:defRPr sz="22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考え方のヒント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 ワーク">
    <p:bg>
      <p:bgPr>
        <a:solidFill>
          <a:srgbClr val="F1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文字ロゴ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7240" y="6311555"/>
            <a:ext cx="1097280" cy="269931"/>
          </a:xfrm>
          <a:prstGeom prst="rect">
            <a:avLst/>
          </a:prstGeom>
        </p:spPr>
      </p:pic>
      <p:sp>
        <p:nvSpPr>
          <p:cNvPr id="3" name="スライド番号"/>
          <p:cNvSpPr>
            <a:spLocks noGrp="1"/>
          </p:cNvSpPr>
          <p:nvPr>
            <p:ph type="sldNum" sz="quarter" idx="12"/>
          </p:nvPr>
        </p:nvSpPr>
        <p:spPr>
          <a:xfrm>
            <a:off x="10591800" y="6355080"/>
            <a:ext cx="822960" cy="274320"/>
          </a:xfrm>
        </p:spPr>
        <p:txBody>
          <a:bodyPr lIns="0" tIns="0" rIns="0" bIns="0" anchor="ctr"/>
          <a:lstStyle>
            <a:lvl1pPr marL="0" indent="0" algn="r" eaLnBrk="1" latinLnBrk="0" hangingPunct="1">
              <a:lnSpc>
                <a:spcPct val="100000"/>
              </a:lnSpc>
              <a:spcBef>
                <a:spcPts val="0"/>
              </a:spcBef>
              <a:buNone/>
              <a:defRPr sz="1100" b="1" kern="1200" lang="ja-JP" altLang="en-US">
                <a:solidFill>
                  <a:srgbClr val="D97651"/>
                </a:solidFill>
              </a:defRPr>
            </a:lvl1pPr>
          </a:lstStyle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4" name="見出し"/>
          <p:cNvSpPr>
            <a:spLocks noGrp="1"/>
          </p:cNvSpPr>
          <p:nvPr>
            <p:ph type="title"/>
          </p:nvPr>
        </p:nvSpPr>
        <p:spPr>
          <a:xfrm>
            <a:off x="777240" y="292608"/>
            <a:ext cx="6766560" cy="96012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0000"/>
              </a:lnSpc>
              <a:spcBef>
                <a:spcPts val="0"/>
              </a:spcBef>
              <a:buNone/>
              <a:defRPr sz="3000" b="1" kern="1200" lang="ja-JP" altLang="en-US">
                <a:solidFill>
                  <a:srgbClr val="29523A"/>
                </a:solidFill>
              </a:defRPr>
            </a:lvl1pPr>
          </a:lstStyle>
          <a:p>
            <a:r>
              <a:rPr lang="ja-JP" altLang="en-US"/>
              <a:t>お題</a:t>
            </a:r>
          </a:p>
        </p:txBody>
      </p:sp>
      <p:sp>
        <p:nvSpPr>
          <p:cNvPr id="5" name="手順"/>
          <p:cNvSpPr>
            <a:spLocks noGrp="1"/>
          </p:cNvSpPr>
          <p:nvPr>
            <p:ph type="body" sz="quarter" idx="1"/>
          </p:nvPr>
        </p:nvSpPr>
        <p:spPr>
          <a:xfrm>
            <a:off x="777240" y="1783080"/>
            <a:ext cx="6583680" cy="4023360"/>
          </a:xfrm>
        </p:spPr>
        <p:txBody>
          <a:bodyPr vert="horz" wrap="square" lIns="0" tIns="0" rIns="0" bIns="0" rtlCol="0" anchor="t">
            <a:normAutofit/>
          </a:bodyPr>
          <a:lstStyle>
            <a:lvl1pPr marL="571500" indent="-571500" algn="l" eaLnBrk="1" latinLnBrk="0" hangingPunct="1">
              <a:lnSpc>
                <a:spcPct val="130000"/>
              </a:lnSpc>
              <a:spcBef>
                <a:spcPts val="1400"/>
              </a:spcBef>
              <a:buClr>
                <a:srgbClr val="29523A"/>
              </a:buClr>
              <a:buFont typeface="+mj-lt"/>
              <a:buAutoNum type="arabicPeriod"/>
              <a:defRPr sz="24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手順1</a:t>
            </a:r>
          </a:p>
          <a:p>
            <a:r>
              <a:rPr lang="ja-JP" altLang="en-US"/>
              <a:t>手順2</a:t>
            </a:r>
          </a:p>
          <a:p>
            <a:r>
              <a:rPr lang="ja-JP" altLang="en-US"/>
              <a:t>手順3</a:t>
            </a:r>
          </a:p>
        </p:txBody>
      </p:sp>
      <p:sp>
        <p:nvSpPr>
          <p:cNvPr id="6" name="タイムカード"/>
          <p:cNvSpPr/>
          <p:nvPr userDrawn="1"/>
        </p:nvSpPr>
        <p:spPr>
          <a:xfrm>
            <a:off x="8001000" y="1691640"/>
            <a:ext cx="3413760" cy="4114800"/>
          </a:xfrm>
          <a:prstGeom prst="rect">
            <a:avLst/>
          </a:prstGeom>
          <a:solidFill>
            <a:srgbClr val="29523A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ラベル"/>
          <p:cNvSpPr>
            <a:spLocks noGrp="1"/>
          </p:cNvSpPr>
          <p:nvPr>
            <p:ph type="body" sz="quarter" idx="13"/>
          </p:nvPr>
        </p:nvSpPr>
        <p:spPr>
          <a:xfrm>
            <a:off x="8001000" y="1965960"/>
            <a:ext cx="3413760" cy="365760"/>
          </a:xfrm>
        </p:spPr>
        <p:txBody>
          <a:bodyPr vert="horz" wrap="square" lIns="0" tIns="0" rIns="0" bIns="0" rtlCol="0" anchor="ctr">
            <a:normAutofit/>
          </a:bodyPr>
          <a:lstStyle>
            <a:lvl1pPr marL="0" indent="0" algn="ctr" eaLnBrk="1" latinLnBrk="0" hangingPunct="1">
              <a:lnSpc>
                <a:spcPct val="115000"/>
              </a:lnSpc>
              <a:spcBef>
                <a:spcPts val="0"/>
              </a:spcBef>
              <a:buNone/>
              <a:defRPr sz="1600" b="1" spc="300" kern="1200" lang="ja-JP" altLang="en-US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WORK</a:t>
            </a:r>
          </a:p>
        </p:txBody>
      </p:sp>
      <p:sp>
        <p:nvSpPr>
          <p:cNvPr id="8" name="時間"/>
          <p:cNvSpPr>
            <a:spLocks noGrp="1"/>
          </p:cNvSpPr>
          <p:nvPr>
            <p:ph type="body" sz="quarter" idx="14"/>
          </p:nvPr>
        </p:nvSpPr>
        <p:spPr>
          <a:xfrm>
            <a:off x="8001000" y="2468880"/>
            <a:ext cx="3413760" cy="1600200"/>
          </a:xfrm>
        </p:spPr>
        <p:txBody>
          <a:bodyPr vert="horz" wrap="square" lIns="0" tIns="0" rIns="0" bIns="0" rtlCol="0" anchor="ctr">
            <a:normAutofit/>
          </a:bodyPr>
          <a:lstStyle>
            <a:lvl1pPr marL="0" indent="0" algn="ctr" eaLnBrk="1" latinLnBrk="0" hangingPunct="1">
              <a:lnSpc>
                <a:spcPct val="100000"/>
              </a:lnSpc>
              <a:spcBef>
                <a:spcPts val="0"/>
              </a:spcBef>
              <a:buNone/>
              <a:defRPr sz="10000" b="1" kern="1200" lang="ja-JP" altLang="en-US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10</a:t>
            </a:r>
          </a:p>
        </p:txBody>
      </p:sp>
      <p:sp>
        <p:nvSpPr>
          <p:cNvPr id="9" name="単位"/>
          <p:cNvSpPr>
            <a:spLocks noGrp="1"/>
          </p:cNvSpPr>
          <p:nvPr>
            <p:ph type="body" sz="quarter" idx="15"/>
          </p:nvPr>
        </p:nvSpPr>
        <p:spPr>
          <a:xfrm>
            <a:off x="8001000" y="4069080"/>
            <a:ext cx="3413760" cy="457200"/>
          </a:xfrm>
        </p:spPr>
        <p:txBody>
          <a:bodyPr vert="horz" wrap="square" lIns="0" tIns="0" rIns="0" bIns="0" rtlCol="0" anchor="ctr">
            <a:normAutofit/>
          </a:bodyPr>
          <a:lstStyle>
            <a:lvl1pPr marL="0" indent="0" algn="ctr" eaLnBrk="1" latinLnBrk="0" hangingPunct="1">
              <a:lnSpc>
                <a:spcPct val="115000"/>
              </a:lnSpc>
              <a:spcBef>
                <a:spcPts val="0"/>
              </a:spcBef>
              <a:buNone/>
              <a:defRPr sz="2400" b="0" kern="1200" lang="ja-JP" altLang="en-US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分</a:t>
            </a:r>
          </a:p>
        </p:txBody>
      </p:sp>
      <p:sp>
        <p:nvSpPr>
          <p:cNvPr id="10" name="進め方"/>
          <p:cNvSpPr>
            <a:spLocks noGrp="1"/>
          </p:cNvSpPr>
          <p:nvPr>
            <p:ph type="body" sz="quarter" idx="18"/>
          </p:nvPr>
        </p:nvSpPr>
        <p:spPr>
          <a:xfrm>
            <a:off x="8229600" y="4800600"/>
            <a:ext cx="2956560" cy="685800"/>
          </a:xfrm>
        </p:spPr>
        <p:txBody>
          <a:bodyPr vert="horz" wrap="square" lIns="0" tIns="0" rIns="0" bIns="0" rtlCol="0" anchor="ctr">
            <a:normAutofit/>
          </a:bodyPr>
          <a:lstStyle>
            <a:lvl1pPr marL="0" indent="0" algn="ctr" eaLnBrk="1" latinLnBrk="0" hangingPunct="1">
              <a:lnSpc>
                <a:spcPct val="120000"/>
              </a:lnSpc>
              <a:spcBef>
                <a:spcPts val="0"/>
              </a:spcBef>
              <a:buNone/>
              <a:defRPr sz="1800" b="1" kern="1200" lang="ja-JP" altLang="en-US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個人ワーク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 Q&amp;A">
    <p:bg>
      <p:bgPr>
        <a:solidFill>
          <a:srgbClr val="F1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文字ロゴ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7240" y="6311555"/>
            <a:ext cx="1097280" cy="269931"/>
          </a:xfrm>
          <a:prstGeom prst="rect">
            <a:avLst/>
          </a:prstGeom>
        </p:spPr>
      </p:pic>
      <p:sp>
        <p:nvSpPr>
          <p:cNvPr id="3" name="スライド番号"/>
          <p:cNvSpPr>
            <a:spLocks noGrp="1"/>
          </p:cNvSpPr>
          <p:nvPr>
            <p:ph type="sldNum" sz="quarter" idx="12"/>
          </p:nvPr>
        </p:nvSpPr>
        <p:spPr>
          <a:xfrm>
            <a:off x="10591800" y="6355080"/>
            <a:ext cx="822960" cy="274320"/>
          </a:xfrm>
        </p:spPr>
        <p:txBody>
          <a:bodyPr lIns="0" tIns="0" rIns="0" bIns="0" anchor="ctr"/>
          <a:lstStyle>
            <a:lvl1pPr marL="0" indent="0" algn="r" eaLnBrk="1" latinLnBrk="0" hangingPunct="1">
              <a:lnSpc>
                <a:spcPct val="100000"/>
              </a:lnSpc>
              <a:spcBef>
                <a:spcPts val="0"/>
              </a:spcBef>
              <a:buNone/>
              <a:defRPr sz="1100" b="1" kern="1200" lang="ja-JP" altLang="en-US">
                <a:solidFill>
                  <a:srgbClr val="D97651"/>
                </a:solidFill>
              </a:defRPr>
            </a:lvl1pPr>
          </a:lstStyle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4" name="質問"/>
          <p:cNvSpPr>
            <a:spLocks noGrp="1"/>
          </p:cNvSpPr>
          <p:nvPr>
            <p:ph type="title"/>
          </p:nvPr>
        </p:nvSpPr>
        <p:spPr>
          <a:xfrm>
            <a:off x="777240" y="1005840"/>
            <a:ext cx="10637520" cy="256032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ctr" eaLnBrk="1" latinLnBrk="0" hangingPunct="1">
              <a:lnSpc>
                <a:spcPct val="125000"/>
              </a:lnSpc>
              <a:spcBef>
                <a:spcPts val="0"/>
              </a:spcBef>
              <a:buNone/>
              <a:defRPr sz="4000" b="1" kern="1200" lang="ja-JP" altLang="en-US">
                <a:solidFill>
                  <a:srgbClr val="29523A"/>
                </a:solidFill>
              </a:defRPr>
            </a:lvl1pPr>
          </a:lstStyle>
          <a:p>
            <a:r>
              <a:rPr lang="ja-JP" altLang="en-US"/>
              <a:t>Q. 質問</a:t>
            </a:r>
          </a:p>
        </p:txBody>
      </p:sp>
      <p:sp>
        <p:nvSpPr>
          <p:cNvPr id="5" name="回答"/>
          <p:cNvSpPr>
            <a:spLocks noGrp="1"/>
          </p:cNvSpPr>
          <p:nvPr>
            <p:ph type="body" sz="quarter" idx="1"/>
          </p:nvPr>
        </p:nvSpPr>
        <p:spPr>
          <a:xfrm>
            <a:off x="777240" y="4069080"/>
            <a:ext cx="10637520" cy="1737360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ctr" eaLnBrk="1" latinLnBrk="0" hangingPunct="1">
              <a:lnSpc>
                <a:spcPct val="140000"/>
              </a:lnSpc>
              <a:spcBef>
                <a:spcPts val="0"/>
              </a:spcBef>
              <a:buNone/>
              <a:defRPr sz="24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A. 回答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 講師紹介">
    <p:bg>
      <p:bgPr>
        <a:solidFill>
          <a:srgbClr val="F1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文字ロゴ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7240" y="6311555"/>
            <a:ext cx="1097280" cy="269931"/>
          </a:xfrm>
          <a:prstGeom prst="rect">
            <a:avLst/>
          </a:prstGeom>
        </p:spPr>
      </p:pic>
      <p:sp>
        <p:nvSpPr>
          <p:cNvPr id="3" name="スライド番号"/>
          <p:cNvSpPr>
            <a:spLocks noGrp="1"/>
          </p:cNvSpPr>
          <p:nvPr>
            <p:ph type="sldNum" sz="quarter" idx="12"/>
          </p:nvPr>
        </p:nvSpPr>
        <p:spPr>
          <a:xfrm>
            <a:off x="10591800" y="6355080"/>
            <a:ext cx="822960" cy="274320"/>
          </a:xfrm>
        </p:spPr>
        <p:txBody>
          <a:bodyPr lIns="0" tIns="0" rIns="0" bIns="0" anchor="ctr"/>
          <a:lstStyle>
            <a:lvl1pPr marL="0" indent="0" algn="r" eaLnBrk="1" latinLnBrk="0" hangingPunct="1">
              <a:lnSpc>
                <a:spcPct val="100000"/>
              </a:lnSpc>
              <a:spcBef>
                <a:spcPts val="0"/>
              </a:spcBef>
              <a:buNone/>
              <a:defRPr sz="1100" b="1" kern="1200" lang="ja-JP" altLang="en-US">
                <a:solidFill>
                  <a:srgbClr val="D97651"/>
                </a:solidFill>
              </a:defRPr>
            </a:lvl1pPr>
          </a:lstStyle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4" name="見出し"/>
          <p:cNvSpPr>
            <a:spLocks noGrp="1"/>
          </p:cNvSpPr>
          <p:nvPr>
            <p:ph type="title"/>
          </p:nvPr>
        </p:nvSpPr>
        <p:spPr>
          <a:xfrm>
            <a:off x="777240" y="292608"/>
            <a:ext cx="10637520" cy="96012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0000"/>
              </a:lnSpc>
              <a:spcBef>
                <a:spcPts val="0"/>
              </a:spcBef>
              <a:buNone/>
              <a:defRPr sz="3000" b="1" kern="1200" lang="ja-JP" altLang="en-US">
                <a:solidFill>
                  <a:srgbClr val="29523A"/>
                </a:solidFill>
              </a:defRPr>
            </a:lvl1pPr>
          </a:lstStyle>
          <a:p>
            <a:r>
              <a:rPr lang="ja-JP" altLang="en-US"/>
              <a:t>講師紹介</a:t>
            </a:r>
          </a:p>
        </p:txBody>
      </p:sp>
      <p:sp>
        <p:nvSpPr>
          <p:cNvPr id="5" name="写真"/>
          <p:cNvSpPr>
            <a:spLocks noGrp="1"/>
          </p:cNvSpPr>
          <p:nvPr>
            <p:ph type="pic" sz="quarter" idx="17"/>
          </p:nvPr>
        </p:nvSpPr>
        <p:spPr>
          <a:xfrm>
            <a:off x="777240" y="1645920"/>
            <a:ext cx="3246120" cy="4206240"/>
          </a:xfrm>
          <a:prstGeom prst="rect">
            <a:avLst/>
          </a:prstGeom>
          <a:solidFill>
            <a:srgbClr val="F7F5EF"/>
          </a:solidFill>
        </p:spPr>
        <p:txBody>
          <a:bodyPr vert="horz" wrap="square" lIns="0" tIns="0" rIns="0" bIns="0" rtlCol="0" anchor="ctr">
            <a:normAutofit/>
          </a:bodyPr>
          <a:lstStyle>
            <a:lvl1pPr marL="0" indent="0" algn="ctr" eaLnBrk="1" latinLnBrk="0" hangingPunct="1">
              <a:lnSpc>
                <a:spcPct val="115000"/>
              </a:lnSpc>
              <a:spcBef>
                <a:spcPts val="0"/>
              </a:spcBef>
              <a:buNone/>
              <a:defRPr sz="14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写真</a:t>
            </a:r>
          </a:p>
        </p:txBody>
      </p:sp>
      <p:sp>
        <p:nvSpPr>
          <p:cNvPr id="6" name="名前"/>
          <p:cNvSpPr>
            <a:spLocks noGrp="1"/>
          </p:cNvSpPr>
          <p:nvPr>
            <p:ph type="body" sz="quarter" idx="13"/>
          </p:nvPr>
        </p:nvSpPr>
        <p:spPr>
          <a:xfrm>
            <a:off x="4434840" y="1645920"/>
            <a:ext cx="6979920" cy="54864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5000"/>
              </a:lnSpc>
              <a:spcBef>
                <a:spcPts val="0"/>
              </a:spcBef>
              <a:buNone/>
              <a:defRPr sz="2800" b="1" kern="1200" lang="ja-JP" altLang="en-US">
                <a:solidFill>
                  <a:srgbClr val="29523A"/>
                </a:solidFill>
              </a:defRPr>
            </a:lvl1pPr>
          </a:lstStyle>
          <a:p>
            <a:r>
              <a:rPr lang="ja-JP" altLang="en-US"/>
              <a:t>名前</a:t>
            </a:r>
          </a:p>
        </p:txBody>
      </p:sp>
      <p:sp>
        <p:nvSpPr>
          <p:cNvPr id="7" name="肩書"/>
          <p:cNvSpPr>
            <a:spLocks noGrp="1"/>
          </p:cNvSpPr>
          <p:nvPr>
            <p:ph type="body" sz="quarter" idx="14"/>
          </p:nvPr>
        </p:nvSpPr>
        <p:spPr>
          <a:xfrm>
            <a:off x="4434840" y="2240280"/>
            <a:ext cx="6979920" cy="411480"/>
          </a:xfrm>
        </p:spPr>
        <p:txBody>
          <a:bodyPr vert="horz" wrap="square" lIns="0" tIns="0" rIns="0" bIns="0" rtlCol="0" anchor="ctr">
            <a:normAutofit/>
          </a:bodyPr>
          <a:lstStyle>
            <a:lvl1pPr marL="0" indent="0" algn="l" eaLnBrk="1" latinLnBrk="0" hangingPunct="1">
              <a:lnSpc>
                <a:spcPct val="115000"/>
              </a:lnSpc>
              <a:spcBef>
                <a:spcPts val="0"/>
              </a:spcBef>
              <a:buNone/>
              <a:defRPr sz="1800" b="1" kern="1200" lang="ja-JP" altLang="en-US">
                <a:solidFill>
                  <a:srgbClr val="29523A"/>
                </a:solidFill>
              </a:defRPr>
            </a:lvl1pPr>
          </a:lstStyle>
          <a:p>
            <a:r>
              <a:rPr lang="ja-JP" altLang="en-US"/>
              <a:t>肩書</a:t>
            </a:r>
          </a:p>
        </p:txBody>
      </p:sp>
      <p:sp>
        <p:nvSpPr>
          <p:cNvPr id="8" name="経歴"/>
          <p:cNvSpPr>
            <a:spLocks noGrp="1"/>
          </p:cNvSpPr>
          <p:nvPr>
            <p:ph type="body" sz="quarter" idx="1"/>
          </p:nvPr>
        </p:nvSpPr>
        <p:spPr>
          <a:xfrm>
            <a:off x="4434840" y="2834640"/>
            <a:ext cx="6979920" cy="3017520"/>
          </a:xfrm>
        </p:spPr>
        <p:txBody>
          <a:bodyPr vert="horz" wrap="square" lIns="0" tIns="0" rIns="0" bIns="0" rtlCol="0" anchor="t">
            <a:normAutofit/>
          </a:bodyPr>
          <a:lstStyle>
            <a:lvl1pPr marL="400050" indent="-400050" algn="l" eaLnBrk="1" latinLnBrk="0" hangingPunct="1">
              <a:lnSpc>
                <a:spcPct val="125000"/>
              </a:lnSpc>
              <a:spcBef>
                <a:spcPts val="600"/>
              </a:spcBef>
              <a:buClr>
                <a:srgbClr val="241915"/>
              </a:buClr>
              <a:buFont typeface="Arial"/>
              <a:buChar char="•"/>
              <a:defRPr sz="18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経歴</a:t>
            </a:r>
          </a:p>
          <a:p>
            <a:r>
              <a:rPr lang="ja-JP" altLang="en-US"/>
              <a:t>経歴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 箇条書き">
    <p:bg>
      <p:bgPr>
        <a:solidFill>
          <a:srgbClr val="F1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文字ロゴ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7240" y="6311555"/>
            <a:ext cx="1097280" cy="269931"/>
          </a:xfrm>
          <a:prstGeom prst="rect">
            <a:avLst/>
          </a:prstGeom>
        </p:spPr>
      </p:pic>
      <p:sp>
        <p:nvSpPr>
          <p:cNvPr id="3" name="スライド番号"/>
          <p:cNvSpPr>
            <a:spLocks noGrp="1"/>
          </p:cNvSpPr>
          <p:nvPr>
            <p:ph type="sldNum" sz="quarter" idx="12"/>
          </p:nvPr>
        </p:nvSpPr>
        <p:spPr>
          <a:xfrm>
            <a:off x="10591800" y="6355080"/>
            <a:ext cx="822960" cy="274320"/>
          </a:xfrm>
        </p:spPr>
        <p:txBody>
          <a:bodyPr lIns="0" tIns="0" rIns="0" bIns="0" anchor="ctr"/>
          <a:lstStyle>
            <a:lvl1pPr marL="0" indent="0" algn="r" eaLnBrk="1" latinLnBrk="0" hangingPunct="1">
              <a:lnSpc>
                <a:spcPct val="100000"/>
              </a:lnSpc>
              <a:spcBef>
                <a:spcPts val="0"/>
              </a:spcBef>
              <a:buNone/>
              <a:defRPr sz="1100" b="1" kern="1200" lang="ja-JP" altLang="en-US">
                <a:solidFill>
                  <a:srgbClr val="D97651"/>
                </a:solidFill>
              </a:defRPr>
            </a:lvl1pPr>
          </a:lstStyle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4" name="見出し"/>
          <p:cNvSpPr>
            <a:spLocks noGrp="1"/>
          </p:cNvSpPr>
          <p:nvPr>
            <p:ph type="title"/>
          </p:nvPr>
        </p:nvSpPr>
        <p:spPr>
          <a:xfrm>
            <a:off x="777240" y="292608"/>
            <a:ext cx="10637520" cy="96012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0000"/>
              </a:lnSpc>
              <a:spcBef>
                <a:spcPts val="0"/>
              </a:spcBef>
              <a:buNone/>
              <a:defRPr sz="3000" b="1" kern="1200" lang="ja-JP" altLang="en-US">
                <a:solidFill>
                  <a:srgbClr val="29523A"/>
                </a:solidFill>
              </a:defRPr>
            </a:lvl1pPr>
          </a:lstStyle>
          <a:p>
            <a:r>
              <a:rPr lang="ja-JP" altLang="en-US"/>
              <a:t>見出し</a:t>
            </a:r>
          </a:p>
        </p:txBody>
      </p:sp>
      <p:sp>
        <p:nvSpPr>
          <p:cNvPr id="5" name="本文"/>
          <p:cNvSpPr>
            <a:spLocks noGrp="1"/>
          </p:cNvSpPr>
          <p:nvPr>
            <p:ph type="body" sz="quarter" idx="1"/>
          </p:nvPr>
        </p:nvSpPr>
        <p:spPr>
          <a:xfrm>
            <a:off x="777240" y="1737360"/>
            <a:ext cx="10637520" cy="4069080"/>
          </a:xfrm>
        </p:spPr>
        <p:txBody>
          <a:bodyPr vert="horz" wrap="square" lIns="0" tIns="0" rIns="0" bIns="0" rtlCol="0" anchor="t">
            <a:normAutofit/>
          </a:bodyPr>
          <a:lstStyle>
            <a:lvl1pPr marL="400050" indent="-400050" algn="l" eaLnBrk="1" latinLnBrk="0" hangingPunct="1">
              <a:lnSpc>
                <a:spcPct val="130000"/>
              </a:lnSpc>
              <a:spcBef>
                <a:spcPts val="1400"/>
              </a:spcBef>
              <a:buClr>
                <a:srgbClr val="29523A"/>
              </a:buClr>
              <a:buFont typeface="Arial"/>
              <a:buChar char="•"/>
              <a:defRPr sz="24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項目</a:t>
            </a:r>
          </a:p>
          <a:p>
            <a:r>
              <a:rPr lang="ja-JP" altLang="en-US"/>
              <a:t>項目</a:t>
            </a:r>
          </a:p>
          <a:p>
            <a:r>
              <a:rPr lang="ja-JP" altLang="en-US"/>
              <a:t>項目</a:t>
            </a:r>
          </a:p>
        </p:txBody>
      </p:sp>
      <p:sp>
        <p:nvSpPr>
          <p:cNvPr id="6" name="出典"/>
          <p:cNvSpPr>
            <a:spLocks noGrp="1"/>
          </p:cNvSpPr>
          <p:nvPr>
            <p:ph type="body" sz="quarter" idx="16"/>
          </p:nvPr>
        </p:nvSpPr>
        <p:spPr>
          <a:xfrm>
            <a:off x="777240" y="5943600"/>
            <a:ext cx="9966960" cy="320040"/>
          </a:xfrm>
        </p:spPr>
        <p:txBody>
          <a:bodyPr vert="horz" wrap="square" lIns="0" tIns="0" rIns="0" bIns="0" rtlCol="0" anchor="b">
            <a:normAutofit/>
          </a:bodyPr>
          <a:lstStyle>
            <a:lvl1pPr marL="0" indent="0" algn="l" eaLnBrk="1" latinLnBrk="0" hangingPunct="1">
              <a:lnSpc>
                <a:spcPct val="115000"/>
              </a:lnSpc>
              <a:spcBef>
                <a:spcPts val="0"/>
              </a:spcBef>
              <a:buNone/>
              <a:defRPr sz="1200" b="0" kern="1200" lang="ja-JP" altLang="en-US">
                <a:solidFill>
                  <a:srgbClr val="241915"/>
                </a:solidFill>
              </a:defRPr>
            </a:lvl1pPr>
          </a:lstStyle>
          <a:p>
            <a:r>
              <a:rPr lang="ja-JP" altLang="en-US"/>
              <a:t>出典：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 終了">
    <p:bg>
      <p:bgPr>
        <a:solidFill>
          <a:srgbClr val="295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ロックアップ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07280" y="640080"/>
            <a:ext cx="2377440" cy="1690954"/>
          </a:xfrm>
          <a:prstGeom prst="rect">
            <a:avLst/>
          </a:prstGeom>
        </p:spPr>
      </p:pic>
      <p:sp>
        <p:nvSpPr>
          <p:cNvPr id="3" name="タイトル"/>
          <p:cNvSpPr>
            <a:spLocks noGrp="1"/>
          </p:cNvSpPr>
          <p:nvPr>
            <p:ph type="title"/>
          </p:nvPr>
        </p:nvSpPr>
        <p:spPr>
          <a:xfrm>
            <a:off x="822960" y="2880360"/>
            <a:ext cx="10546080" cy="1005840"/>
          </a:xfrm>
        </p:spPr>
        <p:txBody>
          <a:bodyPr vert="horz" wrap="square" lIns="0" tIns="0" rIns="0" bIns="0" rtlCol="0" anchor="ctr">
            <a:normAutofit/>
          </a:bodyPr>
          <a:lstStyle>
            <a:lvl1pPr marL="0" indent="0" algn="ctr" eaLnBrk="1" latinLnBrk="0" hangingPunct="1">
              <a:lnSpc>
                <a:spcPct val="115000"/>
              </a:lnSpc>
              <a:spcBef>
                <a:spcPts val="0"/>
              </a:spcBef>
              <a:buNone/>
              <a:defRPr sz="4800" b="1" kern="1200" lang="ja-JP" altLang="en-US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ありがとうございました</a:t>
            </a:r>
          </a:p>
        </p:txBody>
      </p:sp>
      <p:sp>
        <p:nvSpPr>
          <p:cNvPr id="4" name="ひとこと"/>
          <p:cNvSpPr>
            <a:spLocks noGrp="1"/>
          </p:cNvSpPr>
          <p:nvPr>
            <p:ph type="body" sz="quarter" idx="1"/>
          </p:nvPr>
        </p:nvSpPr>
        <p:spPr>
          <a:xfrm>
            <a:off x="822960" y="3977640"/>
            <a:ext cx="10546080" cy="731520"/>
          </a:xfrm>
        </p:spPr>
        <p:txBody>
          <a:bodyPr vert="horz" wrap="square" lIns="0" tIns="0" rIns="0" bIns="0" rtlCol="0" anchor="ctr">
            <a:normAutofit/>
          </a:bodyPr>
          <a:lstStyle>
            <a:lvl1pPr marL="0" indent="0" algn="ctr" eaLnBrk="1" latinLnBrk="0" hangingPunct="1">
              <a:lnSpc>
                <a:spcPct val="115000"/>
              </a:lnSpc>
              <a:spcBef>
                <a:spcPts val="0"/>
              </a:spcBef>
              <a:buNone/>
              <a:defRPr sz="2200" b="0" kern="1200" lang="ja-JP" altLang="en-US">
                <a:solidFill>
                  <a:srgbClr val="F1F0E7"/>
                </a:solidFill>
              </a:defRPr>
            </a:lvl1pPr>
          </a:lstStyle>
          <a:p>
            <a:r>
              <a:rPr lang="ja-JP" altLang="en-US"/>
              <a:t>ひとこと</a:t>
            </a:r>
          </a:p>
        </p:txBody>
      </p:sp>
      <p:sp>
        <p:nvSpPr>
          <p:cNvPr id="5" name="次回"/>
          <p:cNvSpPr>
            <a:spLocks noGrp="1"/>
          </p:cNvSpPr>
          <p:nvPr>
            <p:ph type="body" sz="quarter" idx="14"/>
          </p:nvPr>
        </p:nvSpPr>
        <p:spPr>
          <a:xfrm>
            <a:off x="822960" y="5212080"/>
            <a:ext cx="10546080" cy="731520"/>
          </a:xfrm>
        </p:spPr>
        <p:txBody>
          <a:bodyPr vert="horz" wrap="square" lIns="0" tIns="0" rIns="0" bIns="0" rtlCol="0" anchor="t">
            <a:normAutofit/>
          </a:bodyPr>
          <a:lstStyle>
            <a:lvl1pPr marL="0" indent="0" algn="ctr" eaLnBrk="1" latinLnBrk="0" hangingPunct="1">
              <a:lnSpc>
                <a:spcPct val="130000"/>
              </a:lnSpc>
              <a:spcBef>
                <a:spcPts val="0"/>
              </a:spcBef>
              <a:buNone/>
              <a:defRPr sz="1800" b="1" kern="1200" lang="ja-JP" altLang="en-US">
                <a:solidFill>
                  <a:srgbClr val="DAE48F"/>
                </a:solidFill>
              </a:defRPr>
            </a:lvl1pPr>
          </a:lstStyle>
          <a:p>
            <a:r>
              <a:rPr lang="ja-JP" altLang="en-US"/>
              <a:t>次回のご案内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/>
          <p:cNvSpPr>
            <a:spLocks noGrp="1"/>
          </p:cNvSpPr>
          <p:nvPr>
            <p:ph type="title"/>
          </p:nvPr>
        </p:nvSpPr>
        <p:spPr>
          <a:xfrm>
            <a:off x="777240" y="292608"/>
            <a:ext cx="10637520" cy="960120"/>
          </a:xfrm>
        </p:spPr>
        <p:txBody>
          <a:bodyPr lIns="0" tIns="0" rIns="0" bIns="0" anchor="t">
            <a:normAutofit/>
          </a:bodyPr>
          <a:lstStyle/>
          <a:p>
            <a:r>
              <a:rPr lang="ja-JP" altLang="en-US"/>
              <a:t>タイトル</a:t>
            </a:r>
          </a:p>
        </p:txBody>
      </p:sp>
      <p:sp>
        <p:nvSpPr>
          <p:cNvPr id="3" name="本文"/>
          <p:cNvSpPr>
            <a:spLocks noGrp="1"/>
          </p:cNvSpPr>
          <p:nvPr>
            <p:ph type="body" idx="1"/>
          </p:nvPr>
        </p:nvSpPr>
        <p:spPr>
          <a:xfrm>
            <a:off x="777240" y="1737360"/>
            <a:ext cx="10637520" cy="4069080"/>
          </a:xfrm>
        </p:spPr>
        <p:txBody>
          <a:bodyPr lIns="0" tIns="0" rIns="0" bIns="0" anchor="t">
            <a:normAutofit/>
          </a:bodyPr>
          <a:lstStyle/>
          <a:p>
            <a:r>
              <a:rPr lang="ja-JP" altLang="en-US"/>
              <a:t>本文</a:t>
            </a:r>
          </a:p>
        </p:txBody>
      </p:sp>
      <p:sp>
        <p:nvSpPr>
          <p:cNvPr id="4" name="スライド番号"/>
          <p:cNvSpPr>
            <a:spLocks noGrp="1"/>
          </p:cNvSpPr>
          <p:nvPr>
            <p:ph type="sldNum" idx="12"/>
          </p:nvPr>
        </p:nvSpPr>
        <p:spPr>
          <a:xfrm>
            <a:off x="10591800" y="6355080"/>
            <a:ext cx="822960" cy="274320"/>
          </a:xfrm>
        </p:spPr>
        <p:txBody>
          <a:bodyPr lIns="0" tIns="0" rIns="0" bIns="0" anchor="ctr"/>
          <a:lstStyle/>
          <a:p>
            <a:fld id="{B6F15528-21DE-4FAA-801E-634DDDAF4B2B}" type="slidenum">
              <a:rPr lang="ja-JP" altLang="en-US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txStyles>
    <p:titleStyle>
      <a:lvl1pPr algn="l" rtl="0" eaLnBrk="1" latinLnBrk="0" hangingPunct="1">
        <a:lnSpc>
          <a:spcPct val="115000"/>
        </a:lnSpc>
        <a:spcBef>
          <a:spcPct val="0"/>
        </a:spcBef>
        <a:buNone/>
        <a:defRPr sz="3000" b="1" kern="1200" lang="ja-JP" altLang="en-US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eaLnBrk="1" latinLnBrk="0" hangingPunct="1">
        <a:lnSpc>
          <a:spcPct val="130000"/>
        </a:lnSpc>
        <a:spcBef>
          <a:spcPts val="600"/>
        </a:spcBef>
        <a:buNone/>
        <a:defRPr sz="2400" kern="1200" lang="ja-JP" altLang="en-US">
          <a:solidFill>
            <a:schemeClr val="tx1"/>
          </a:solidFill>
          <a:latin typeface="+mn-lt"/>
          <a:ea typeface="+mn-ea"/>
          <a:cs typeface="+mn-cs"/>
        </a:defRPr>
      </a:lvl1pPr>
      <a:lvl2pPr marL="400050" indent="0" algn="l" eaLnBrk="1" latinLnBrk="0" hangingPunct="1">
        <a:lnSpc>
          <a:spcPct val="130000"/>
        </a:lnSpc>
        <a:spcBef>
          <a:spcPts val="600"/>
        </a:spcBef>
        <a:buNone/>
        <a:defRPr sz="2200" kern="1200" lang="ja-JP" altLang="en-US">
          <a:solidFill>
            <a:schemeClr val="tx1"/>
          </a:solidFill>
          <a:latin typeface="+mn-lt"/>
          <a:ea typeface="+mn-ea"/>
          <a:cs typeface="+mn-cs"/>
        </a:defRPr>
      </a:lvl2pPr>
      <a:lvl3pPr marL="800100" indent="0" algn="l" eaLnBrk="1" latinLnBrk="0" hangingPunct="1">
        <a:lnSpc>
          <a:spcPct val="130000"/>
        </a:lnSpc>
        <a:spcBef>
          <a:spcPts val="600"/>
        </a:spcBef>
        <a:buNone/>
        <a:defRPr sz="2000" kern="1200" lang="ja-JP" altLang="en-US">
          <a:solidFill>
            <a:schemeClr val="tx1"/>
          </a:solidFill>
          <a:latin typeface="+mn-lt"/>
          <a:ea typeface="+mn-ea"/>
          <a:cs typeface="+mn-cs"/>
        </a:defRPr>
      </a:lvl3pPr>
      <a:lvl4pPr marL="1200150" indent="0" algn="l" eaLnBrk="1" latinLnBrk="0" hangingPunct="1">
        <a:lnSpc>
          <a:spcPct val="130000"/>
        </a:lnSpc>
        <a:spcBef>
          <a:spcPts val="600"/>
        </a:spcBef>
        <a:buNone/>
        <a:defRPr sz="2000" kern="1200" lang="ja-JP" altLang="en-US">
          <a:solidFill>
            <a:schemeClr val="tx1"/>
          </a:solidFill>
          <a:latin typeface="+mn-lt"/>
          <a:ea typeface="+mn-ea"/>
          <a:cs typeface="+mn-cs"/>
        </a:defRPr>
      </a:lvl4pPr>
      <a:lvl5pPr marL="1600200" indent="0" algn="l" eaLnBrk="1" latinLnBrk="0" hangingPunct="1">
        <a:lnSpc>
          <a:spcPct val="130000"/>
        </a:lnSpc>
        <a:spcBef>
          <a:spcPts val="600"/>
        </a:spcBef>
        <a:buNone/>
        <a:defRPr sz="2000" kern="1200" lang="ja-JP" altLang="en-US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ja-JP" altLang="en-US"/>
      </a:defPPr>
      <a:lvl1pPr marL="0" algn="l" rtl="0" eaLnBrk="1" latinLnBrk="0" hangingPunct="1">
        <a:defRPr sz="1800" kern="1200" lang="ja-JP" altLang="en-US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AI木曜会 実演講座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Claude Code講座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基礎・実務編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DAY 1 · 10/31  |  臼井拓水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10637520" cy="5394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lang="ja-JP" altLang="en-US">
                <a:solidFill>
                  <a:srgbClr val="29523A"/>
                </a:solidFill>
              </a:rPr>
              <a:t>今日の仕事をひとつ、</a:t>
            </a:r>
          </a:p>
          <a:p>
            <a:pPr algn="l">
              <a:lnSpc>
                <a:spcPct val="118000"/>
              </a:lnSpc>
              <a:spcBef>
                <a:spcPts val="1000"/>
              </a:spcBef>
            </a:pPr>
            <a:r>
              <a:rPr sz="7200" b="1" lang="ja-JP" altLang="en-US">
                <a:solidFill>
                  <a:srgbClr val="29523A"/>
                </a:solidFill>
              </a:rPr>
              <a:t>自分のPCで動かす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本日の流れ</a:t>
            </a:r>
          </a:p>
        </p:txBody>
      </p:sp>
      <p:sp>
        <p:nvSpPr>
          <p:cNvPr id="3" name="スライド番号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051560" y="1783080"/>
            <a:ext cx="9144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lang="ja-JP" altLang="en-US">
                <a:solidFill>
                  <a:srgbClr val="29523A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783080"/>
            <a:ext cx="69494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lang="ja-JP" altLang="en-US">
                <a:solidFill>
                  <a:srgbClr val="29523A"/>
                </a:solidFill>
              </a:rPr>
              <a:t>Claude Codeを始める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37320" y="1783080"/>
            <a:ext cx="23774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 lang="ja-JP" altLang="en-US">
                <a:solidFill>
                  <a:srgbClr val="29523A"/>
                </a:solidFill>
              </a:rPr>
              <a:t>20分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96312"/>
            <a:ext cx="9144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lang="ja-JP" altLang="en-US">
                <a:solidFill>
                  <a:srgbClr val="29523A"/>
                </a:solidFill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496312"/>
            <a:ext cx="69494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lang="ja-JP" altLang="en-US">
                <a:solidFill>
                  <a:srgbClr val="29523A"/>
                </a:solidFill>
              </a:rPr>
              <a:t>手を動かして使ってみる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37320" y="2496312"/>
            <a:ext cx="23774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 lang="ja-JP" altLang="en-US">
                <a:solidFill>
                  <a:srgbClr val="29523A"/>
                </a:solidFill>
              </a:rPr>
              <a:t>40分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209544"/>
            <a:ext cx="9144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lang="ja-JP" altLang="en-US">
                <a:solidFill>
                  <a:srgbClr val="29523A"/>
                </a:solidFill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209544"/>
            <a:ext cx="69494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lang="ja-JP" altLang="en-US">
                <a:solidFill>
                  <a:srgbClr val="29523A"/>
                </a:solidFill>
              </a:rPr>
              <a:t>業務で活用する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37320" y="3209544"/>
            <a:ext cx="23774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 lang="ja-JP" altLang="en-US">
                <a:solidFill>
                  <a:srgbClr val="29523A"/>
                </a:solidFill>
              </a:rPr>
              <a:t>50分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922776"/>
            <a:ext cx="9144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lang="ja-JP" altLang="en-US">
                <a:solidFill>
                  <a:srgbClr val="29523A"/>
                </a:solidFill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922776"/>
            <a:ext cx="69494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lang="ja-JP" altLang="en-US">
                <a:solidFill>
                  <a:srgbClr val="29523A"/>
                </a:solidFill>
              </a:rPr>
              <a:t>質問と次の一歩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37320" y="3922776"/>
            <a:ext cx="23774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 lang="ja-JP" altLang="en-US">
                <a:solidFill>
                  <a:srgbClr val="29523A"/>
                </a:solidFill>
              </a:rPr>
              <a:t>10分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637520" cy="402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6000" b="1" lang="ja-JP" altLang="en-US">
                <a:solidFill>
                  <a:srgbClr val="FFFFFF"/>
                </a:solidFill>
              </a:rPr>
              <a:t>Claude Codeを始める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637520" cy="402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6000" b="1" lang="ja-JP" altLang="en-US">
                <a:solidFill>
                  <a:srgbClr val="FFFFFF"/>
                </a:solidFill>
              </a:rPr>
              <a:t>ClaudeとClaude Codeの</a:t>
            </a:r>
            <a:br/>
            <a:r>
              <a:rPr sz="6000" b="1" lang="ja-JP" altLang="en-US">
                <a:solidFill>
                  <a:srgbClr val="FFFFFF"/>
                </a:solidFill>
              </a:rPr>
              <a:t>使い分け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仕事の入口で使い分ける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S01・S02 / 公式資料を2026-10-29確認</a:t>
            </a:r>
          </a:p>
        </p:txBody>
      </p:sp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83080"/>
          <a:ext cx="10637520" cy="20299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318760"/>
                <a:gridCol w="531876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入口</a:t>
                      </a:r>
                    </a:p>
                  </a:txBody>
                  <a:tcPr marL="0" marR="109728" marT="54864" marB="54864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860">
                      <a:solidFill>
                        <a:srgbClr val="2952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向いている依頼</a:t>
                      </a:r>
                    </a:p>
                  </a:txBody>
                  <a:tcPr marL="109728" marR="109728" marT="54864" marB="54864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860">
                      <a:solidFill>
                        <a:srgbClr val="29523A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Claudeのチャット</a:t>
                      </a:r>
                    </a:p>
                  </a:txBody>
                  <a:tcPr marL="0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8BAA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00" b="0" lang="ja-JP" altLang="en-US">
                          <a:solidFill>
                            <a:srgbClr val="241915"/>
                          </a:solidFill>
                        </a:rPr>
                        <a:t>相談して、考えを整える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8BAAC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Claude Code</a:t>
                      </a:r>
                    </a:p>
                  </a:txBody>
                  <a:tcPr marL="0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00" b="0" lang="ja-JP" altLang="en-US">
                          <a:solidFill>
                            <a:srgbClr val="241915"/>
                          </a:solidFill>
                        </a:rPr>
                        <a:t>フォルダーを読み、作り、</a:t>
                      </a:r>
                      <a:br/>
                      <a:r>
                        <a:rPr sz="2500" b="0" lang="ja-JP" altLang="en-US">
                          <a:solidFill>
                            <a:srgbClr val="241915"/>
                          </a:solidFill>
                        </a:rPr>
                        <a:t>確かめる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Claude Codeは、結果を確かめながら進む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S01 / Claude Code Docs</a:t>
            </a:r>
          </a:p>
        </p:txBody>
      </p:sp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5" name="Rectangle 4"/>
          <p:cNvSpPr/>
          <p:nvPr/>
        </p:nvSpPr>
        <p:spPr>
          <a:xfrm>
            <a:off x="777240" y="2926080"/>
            <a:ext cx="3180080" cy="1737360"/>
          </a:xfrm>
          <a:prstGeom prst="rect">
            <a:avLst/>
          </a:prstGeom>
          <a:solidFill>
            <a:srgbClr val="E3D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290576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lang="ja-JP" altLang="en-US">
                <a:solidFill>
                  <a:srgbClr val="241915"/>
                </a:solidFill>
              </a:rPr>
              <a:t>読む</a:t>
            </a:r>
          </a:p>
        </p:txBody>
      </p:sp>
      <p:sp>
        <p:nvSpPr>
          <p:cNvPr id="7" name="Isosceles Triangle 6"/>
          <p:cNvSpPr/>
          <p:nvPr/>
        </p:nvSpPr>
        <p:spPr>
          <a:xfrm rot="5400000">
            <a:off x="4131056" y="3648456"/>
            <a:ext cx="292608" cy="201168"/>
          </a:xfrm>
          <a:prstGeom prst="triangle">
            <a:avLst/>
          </a:prstGeom>
          <a:solidFill>
            <a:srgbClr val="C8B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05960" y="2926080"/>
            <a:ext cx="3180080" cy="1737360"/>
          </a:xfrm>
          <a:prstGeom prst="rect">
            <a:avLst/>
          </a:prstGeom>
          <a:solidFill>
            <a:srgbClr val="DAD1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3120" y="2926080"/>
            <a:ext cx="290576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lang="ja-JP" altLang="en-US">
                <a:solidFill>
                  <a:srgbClr val="241915"/>
                </a:solidFill>
              </a:rPr>
              <a:t>作業する</a:t>
            </a:r>
          </a:p>
        </p:txBody>
      </p:sp>
      <p:sp>
        <p:nvSpPr>
          <p:cNvPr id="10" name="Isosceles Triangle 9"/>
          <p:cNvSpPr/>
          <p:nvPr/>
        </p:nvSpPr>
        <p:spPr>
          <a:xfrm rot="5400000">
            <a:off x="7859776" y="3648456"/>
            <a:ext cx="292608" cy="201168"/>
          </a:xfrm>
          <a:prstGeom prst="triangle">
            <a:avLst/>
          </a:prstGeom>
          <a:solidFill>
            <a:srgbClr val="C8B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34680" y="2926080"/>
            <a:ext cx="3180080" cy="1737360"/>
          </a:xfrm>
          <a:prstGeom prst="rect">
            <a:avLst/>
          </a:prstGeom>
          <a:solidFill>
            <a:srgbClr val="295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1840" y="2926080"/>
            <a:ext cx="290576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lang="ja-JP" altLang="en-US">
                <a:solidFill>
                  <a:srgbClr val="FFFFFF"/>
                </a:solidFill>
              </a:rPr>
              <a:t>確かめる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637520" cy="402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6000" b="1" lang="ja-JP" altLang="en-US">
                <a:solidFill>
                  <a:srgbClr val="FFFFFF"/>
                </a:solidFill>
              </a:rPr>
              <a:t>Claude Codeの</a:t>
            </a:r>
            <a:br/>
            <a:r>
              <a:rPr sz="6000" b="1" lang="ja-JP" altLang="en-US">
                <a:solidFill>
                  <a:srgbClr val="FFFFFF"/>
                </a:solidFill>
              </a:rPr>
              <a:t>セットアップ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10637520" cy="5394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5400" b="1" lang="ja-JP" altLang="en-US">
                <a:solidFill>
                  <a:srgbClr val="29523A"/>
                </a:solidFill>
              </a:rPr>
              <a:t>最初は</a:t>
            </a:r>
            <a:br/>
            <a:r>
              <a:rPr sz="5400" b="1" lang="ja-JP" altLang="en-US">
                <a:solidFill>
                  <a:srgbClr val="29523A"/>
                </a:solidFill>
              </a:rPr>
              <a:t>DesktopのCodeタブ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943600"/>
            <a:ext cx="996696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200" lang="ja-JP" altLang="en-US">
                <a:solidFill>
                  <a:srgbClr val="67756A"/>
                </a:solidFill>
              </a:rPr>
              <a:t>S02 / Claude Help Center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始める前に、利用環境を確認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Claude Codeを使える契約</a:t>
            </a:r>
            <a:br/>
            <a:r>
              <a:t>公式Desktopアプリ</a:t>
            </a:r>
            <a:br/>
            <a:r>
              <a:t>展開した教材フォルダー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S03 / Claude Help Center</a:t>
            </a:r>
          </a:p>
        </p:txBody>
      </p:sp>
      <p:sp>
        <p:nvSpPr>
          <p:cNvPr id="5" name="スライド番号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フォルダーを選んで始める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Claude Code実画面・2026-10-29 / 架空教材</a:t>
            </a:r>
          </a:p>
        </p:txBody>
      </p:sp>
      <p:sp>
        <p:nvSpPr>
          <p:cNvPr id="5" name="スライド番号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pic>
        <p:nvPicPr>
          <p:cNvPr id="6" name="Picture 5" descr="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021209"/>
            <a:ext cx="10637520" cy="14556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10637520" cy="5394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lang="ja-JP" altLang="en-US">
                <a:solidFill>
                  <a:srgbClr val="29523A"/>
                </a:solidFill>
              </a:rPr>
              <a:t>最初の作業場所は</a:t>
            </a:r>
          </a:p>
          <a:p>
            <a:pPr algn="l">
              <a:lnSpc>
                <a:spcPct val="118000"/>
              </a:lnSpc>
              <a:spcBef>
                <a:spcPts val="1000"/>
              </a:spcBef>
            </a:pPr>
            <a:r>
              <a:rPr sz="7200" b="1" lang="ja-JP" altLang="en-US">
                <a:solidFill>
                  <a:srgbClr val="29523A"/>
                </a:solidFill>
              </a:rPr>
              <a:t>教材フォルダーだけ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637520" cy="402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6000" b="1" lang="ja-JP" altLang="en-US">
                <a:solidFill>
                  <a:srgbClr val="FFFFFF"/>
                </a:solidFill>
              </a:rPr>
              <a:t>Claude Codeの基本操作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最初に中身を読んでもらう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演習用プロンプト</a:t>
            </a:r>
          </a:p>
        </p:txBody>
      </p:sp>
      <p:sp>
        <p:nvSpPr>
          <p:cNvPr id="6" name="スライド番号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9814560" cy="3246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4800" b="0" lang="ja-JP" altLang="en-US">
                <a:solidFill>
                  <a:srgbClr val="241915"/>
                </a:solidFill>
                <a:latin typeface="BIZ UDGothic"/>
                <a:ea typeface="BIZ UDGothic"/>
              </a:rPr>
              <a:t>このフォルダーの中身と、</a:t>
            </a:r>
            <a:br/>
            <a:r>
              <a:rPr sz="4800" b="0" lang="ja-JP" altLang="en-US">
                <a:solidFill>
                  <a:srgbClr val="241915"/>
                </a:solidFill>
                <a:latin typeface="BIZ UDGothic"/>
                <a:ea typeface="BIZ UDGothic"/>
              </a:rPr>
              <a:t>できる演習を教えてください。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依頼には、完成の形を添える</a:t>
            </a:r>
          </a:p>
        </p:txBody>
      </p:sp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83080"/>
          <a:ext cx="10637520" cy="27614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318760"/>
                <a:gridCol w="531876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渡すもの</a:t>
                      </a:r>
                    </a:p>
                  </a:txBody>
                  <a:tcPr marL="0" marR="109728" marT="54864" marB="54864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860">
                      <a:solidFill>
                        <a:srgbClr val="2952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今回の例</a:t>
                      </a:r>
                    </a:p>
                  </a:txBody>
                  <a:tcPr marL="109728" marR="109728" marT="54864" marB="54864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860">
                      <a:solidFill>
                        <a:srgbClr val="29523A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材料</a:t>
                      </a:r>
                    </a:p>
                  </a:txBody>
                  <a:tcPr marL="0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8BAA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00" b="0" lang="ja-JP" altLang="en-US">
                          <a:solidFill>
                            <a:srgbClr val="241915"/>
                          </a:solidFill>
                        </a:rPr>
                        <a:t>requests.csv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8BAAC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完成形</a:t>
                      </a:r>
                    </a:p>
                  </a:txBody>
                  <a:tcPr marL="0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8BAA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00" b="0" lang="ja-JP" altLang="en-US">
                          <a:solidFill>
                            <a:srgbClr val="241915"/>
                          </a:solidFill>
                        </a:rPr>
                        <a:t>問い合わせ管理アプリ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8BAAC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確認方法</a:t>
                      </a:r>
                    </a:p>
                  </a:txBody>
                  <a:tcPr marL="0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00" b="0" lang="ja-JP" altLang="en-US">
                          <a:solidFill>
                            <a:srgbClr val="241915"/>
                          </a:solidFill>
                        </a:rPr>
                        <a:t>状態を変えて再読込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実行前に、内容を読んで許可する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Claude Code実画面・2026-10-29 / 読み取り許可</a:t>
            </a:r>
          </a:p>
        </p:txBody>
      </p:sp>
      <p:sp>
        <p:nvSpPr>
          <p:cNvPr id="5" name="スライド番号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pic>
        <p:nvPicPr>
          <p:cNvPr id="6" name="Picture 5" descr="permi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8368" y="1645920"/>
            <a:ext cx="5795264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10637520" cy="5394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lang="ja-JP" altLang="en-US">
                <a:solidFill>
                  <a:srgbClr val="29523A"/>
                </a:solidFill>
              </a:rPr>
              <a:t>意図と違ったら</a:t>
            </a:r>
          </a:p>
          <a:p>
            <a:pPr algn="l">
              <a:lnSpc>
                <a:spcPct val="118000"/>
              </a:lnSpc>
              <a:spcBef>
                <a:spcPts val="1000"/>
              </a:spcBef>
            </a:pPr>
            <a:r>
              <a:rPr sz="7200" b="1" lang="ja-JP" altLang="en-US">
                <a:solidFill>
                  <a:srgbClr val="29523A"/>
                </a:solidFill>
              </a:rPr>
              <a:t>停止して、直す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10637520" cy="5394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lang="ja-JP" altLang="en-US">
                <a:solidFill>
                  <a:srgbClr val="29523A"/>
                </a:solidFill>
              </a:rPr>
              <a:t>別の仕事には</a:t>
            </a:r>
          </a:p>
          <a:p>
            <a:pPr algn="l">
              <a:lnSpc>
                <a:spcPct val="118000"/>
              </a:lnSpc>
              <a:spcBef>
                <a:spcPts val="1000"/>
              </a:spcBef>
            </a:pPr>
            <a:r>
              <a:rPr sz="7200" b="1" lang="ja-JP" altLang="en-US">
                <a:solidFill>
                  <a:srgbClr val="29523A"/>
                </a:solidFill>
              </a:rPr>
              <a:t>新しいセッション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637520" cy="402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6000" b="1" lang="ja-JP" altLang="en-US">
                <a:solidFill>
                  <a:srgbClr val="FFFFFF"/>
                </a:solidFill>
              </a:rPr>
              <a:t>手を動かして使ってみる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637520" cy="402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6000" b="1" lang="ja-JP" altLang="en-US">
                <a:solidFill>
                  <a:srgbClr val="FFFFFF"/>
                </a:solidFill>
              </a:rPr>
              <a:t>PC内のフォルダを整理する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10637520" cy="5394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lang="ja-JP" altLang="en-US">
                <a:solidFill>
                  <a:srgbClr val="29523A"/>
                </a:solidFill>
              </a:rPr>
              <a:t>整理する前に</a:t>
            </a:r>
          </a:p>
          <a:p>
            <a:pPr algn="l">
              <a:lnSpc>
                <a:spcPct val="118000"/>
              </a:lnSpc>
              <a:spcBef>
                <a:spcPts val="1000"/>
              </a:spcBef>
            </a:pPr>
            <a:r>
              <a:rPr sz="7200" b="1" lang="ja-JP" altLang="en-US">
                <a:solidFill>
                  <a:srgbClr val="29523A"/>
                </a:solidFill>
              </a:rPr>
              <a:t>整理案を出してもらう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PC内のフォルダを整理する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実際に送信したプロンプト</a:t>
            </a:r>
          </a:p>
        </p:txBody>
      </p:sp>
      <p:sp>
        <p:nvSpPr>
          <p:cNvPr id="6" name="スライド番号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9814560" cy="3246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0" lang="ja-JP" altLang="en-US">
                <a:solidFill>
                  <a:srgbClr val="241915"/>
                </a:solidFill>
                <a:latin typeface="BIZ UDGothic"/>
                <a:ea typeface="BIZ UDGothic"/>
              </a:rPr>
              <a:t>starter/01-folderを読んで、</a:t>
            </a:r>
            <a:br/>
            <a:r>
              <a:rPr sz="3600" b="0" lang="ja-JP" altLang="en-US">
                <a:solidFill>
                  <a:srgbClr val="241915"/>
                </a:solidFill>
                <a:latin typeface="BIZ UDGothic"/>
                <a:ea typeface="BIZ UDGothic"/>
              </a:rPr>
              <a:t>整理案と重複を示してください。</a:t>
            </a:r>
            <a:br/>
            <a:r>
              <a:rPr sz="3600" b="0" lang="ja-JP" altLang="en-US">
                <a:solidFill>
                  <a:srgbClr val="241915"/>
                </a:solidFill>
                <a:latin typeface="BIZ UDGothic"/>
                <a:ea typeface="BIZ UDGothic"/>
              </a:rPr>
              <a:t>まだファイルは変更しないでください。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重複と不明点が見つかった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Claude Code実画面・2026-10-29 / 架空教材</a:t>
            </a:r>
          </a:p>
        </p:txBody>
      </p:sp>
      <p:sp>
        <p:nvSpPr>
          <p:cNvPr id="5" name="スライド番号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pic>
        <p:nvPicPr>
          <p:cNvPr id="6" name="Picture 5" descr="folder-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95823"/>
            <a:ext cx="10637520" cy="390643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10637520" cy="5394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lang="ja-JP" altLang="en-US">
                <a:solidFill>
                  <a:srgbClr val="29523A"/>
                </a:solidFill>
              </a:rPr>
              <a:t>分からない情報は</a:t>
            </a:r>
          </a:p>
          <a:p>
            <a:pPr algn="l">
              <a:lnSpc>
                <a:spcPct val="118000"/>
              </a:lnSpc>
              <a:spcBef>
                <a:spcPts val="1000"/>
              </a:spcBef>
            </a:pPr>
            <a:r>
              <a:rPr sz="7200" b="1" lang="ja-JP" altLang="en-US">
                <a:solidFill>
                  <a:srgbClr val="29523A"/>
                </a:solidFill>
              </a:rPr>
              <a:t>「要確認」に残す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PC内のフォルダを整理する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実際に送信したプロンプト</a:t>
            </a:r>
          </a:p>
        </p:txBody>
      </p:sp>
      <p:sp>
        <p:nvSpPr>
          <p:cNvPr id="6" name="スライド番号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9814560" cy="3246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lang="ja-JP" altLang="en-US">
                <a:solidFill>
                  <a:srgbClr val="241915"/>
                </a:solidFill>
                <a:latin typeface="BIZ UDGothic"/>
                <a:ea typeface="BIZ UDGothic"/>
              </a:rPr>
              <a:t>この案でoutput/01-folderへコピーし、</a:t>
            </a:r>
            <a:br/>
            <a:r>
              <a:rPr sz="3200" b="0" lang="ja-JP" altLang="en-US">
                <a:solidFill>
                  <a:srgbClr val="241915"/>
                </a:solidFill>
                <a:latin typeface="BIZ UDGothic"/>
                <a:ea typeface="BIZ UDGothic"/>
              </a:rPr>
              <a:t>対応表を作ってください。</a:t>
            </a:r>
            <a:br/>
            <a:r>
              <a:rPr sz="3200" b="0" lang="ja-JP" altLang="en-US">
                <a:solidFill>
                  <a:srgbClr val="241915"/>
                </a:solidFill>
                <a:latin typeface="BIZ UDGothic"/>
                <a:ea typeface="BIZ UDGothic"/>
              </a:rPr>
              <a:t>元ファイルは残してください。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コピーと対応表を確認する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Claude Code実画面・2026-10-29 / 架空教材</a:t>
            </a:r>
          </a:p>
        </p:txBody>
      </p:sp>
      <p:sp>
        <p:nvSpPr>
          <p:cNvPr id="5" name="スライド番号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pic>
        <p:nvPicPr>
          <p:cNvPr id="6" name="Picture 5" descr="folder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440" y="1645920"/>
            <a:ext cx="79451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自分でも整理案を確認する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演習01の最初のプロンプトを送る</a:t>
            </a:r>
          </a:p>
          <a:p>
            <a:r>
              <a:t>重複と要確認を見つける</a:t>
            </a:r>
          </a:p>
          <a:p>
            <a:r>
              <a:t>コピー先を確認して実行する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WORK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5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分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個人ワーク</a:t>
            </a:r>
          </a:p>
        </p:txBody>
      </p:sp>
      <p:sp>
        <p:nvSpPr>
          <p:cNvPr id="8" name="スライド番号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637520" cy="402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6000" b="1" lang="ja-JP" altLang="en-US">
                <a:solidFill>
                  <a:srgbClr val="FFFFFF"/>
                </a:solidFill>
              </a:rPr>
              <a:t>自分の業務用アプリを作る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10637520" cy="5394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lang="ja-JP" altLang="en-US">
                <a:solidFill>
                  <a:srgbClr val="29523A"/>
                </a:solidFill>
              </a:rPr>
              <a:t>作るのは</a:t>
            </a:r>
          </a:p>
          <a:p>
            <a:pPr algn="l">
              <a:lnSpc>
                <a:spcPct val="118000"/>
              </a:lnSpc>
              <a:spcBef>
                <a:spcPts val="1000"/>
              </a:spcBef>
            </a:pPr>
            <a:r>
              <a:rPr sz="7200" b="1" lang="ja-JP" altLang="en-US">
                <a:solidFill>
                  <a:srgbClr val="29523A"/>
                </a:solidFill>
              </a:rPr>
              <a:t>問い合わせ管理アプリ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完成したかを、操作で確かめる</a:t>
            </a:r>
          </a:p>
        </p:txBody>
      </p:sp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83080"/>
          <a:ext cx="10637520" cy="27614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318760"/>
                <a:gridCol w="531876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操作</a:t>
                      </a:r>
                    </a:p>
                  </a:txBody>
                  <a:tcPr marL="0" marR="109728" marT="54864" marB="54864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860">
                      <a:solidFill>
                        <a:srgbClr val="2952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合格条件</a:t>
                      </a:r>
                    </a:p>
                  </a:txBody>
                  <a:tcPr marL="109728" marR="109728" marT="54864" marB="54864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860">
                      <a:solidFill>
                        <a:srgbClr val="29523A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開く</a:t>
                      </a:r>
                    </a:p>
                  </a:txBody>
                  <a:tcPr marL="0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8BAA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00" b="0" lang="ja-JP" altLang="en-US">
                          <a:solidFill>
                            <a:srgbClr val="241915"/>
                          </a:solidFill>
                        </a:rPr>
                        <a:t>8件が表示される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8BAAC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状態を変える</a:t>
                      </a:r>
                    </a:p>
                  </a:txBody>
                  <a:tcPr marL="0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8BAA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00" b="0" lang="ja-JP" altLang="en-US">
                          <a:solidFill>
                            <a:srgbClr val="241915"/>
                          </a:solidFill>
                        </a:rPr>
                        <a:t>再読込しても残る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8BAAC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期限を見る</a:t>
                      </a:r>
                    </a:p>
                  </a:txBody>
                  <a:tcPr marL="0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00" b="0" lang="ja-JP" altLang="en-US">
                          <a:solidFill>
                            <a:srgbClr val="241915"/>
                          </a:solidFill>
                        </a:rPr>
                        <a:t>未完了の超過は1件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自分の業務用アプリを作る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実際に送信したプロンプト</a:t>
            </a:r>
          </a:p>
        </p:txBody>
      </p:sp>
      <p:sp>
        <p:nvSpPr>
          <p:cNvPr id="6" name="スライド番号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9814560" cy="3246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0" lang="ja-JP" altLang="en-US">
                <a:solidFill>
                  <a:srgbClr val="241915"/>
                </a:solidFill>
                <a:latin typeface="BIZ UDGothic"/>
                <a:ea typeface="BIZ UDGothic"/>
              </a:rPr>
              <a:t>starter/02-app/BRIEF.mdの仕様で、</a:t>
            </a:r>
            <a:br/>
            <a:r>
              <a:rPr sz="3600" b="0" lang="ja-JP" altLang="en-US">
                <a:solidFill>
                  <a:srgbClr val="241915"/>
                </a:solidFill>
                <a:latin typeface="BIZ UDGothic"/>
                <a:ea typeface="BIZ UDGothic"/>
              </a:rPr>
              <a:t>問い合わせ管理アプリを作ってください。</a:t>
            </a:r>
            <a:br/>
            <a:r>
              <a:rPr sz="3600" b="0" lang="ja-JP" altLang="en-US">
                <a:solidFill>
                  <a:srgbClr val="241915"/>
                </a:solidFill>
                <a:latin typeface="BIZ UDGothic"/>
                <a:ea typeface="BIZ UDGothic"/>
              </a:rPr>
              <a:t>完成条件も検証してください。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検証の記録も、ファイルに残る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Claude Code実画面・2026-10-29 / アプリ生成</a:t>
            </a:r>
          </a:p>
        </p:txBody>
      </p:sp>
      <p:sp>
        <p:nvSpPr>
          <p:cNvPr id="5" name="スライド番号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pic>
        <p:nvPicPr>
          <p:cNvPr id="6" name="Picture 5" descr="app-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142" y="1645920"/>
            <a:ext cx="3901715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できたアプリを開く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Claude Code生成アプリをChromeで操作 / 架空データ</a:t>
            </a:r>
          </a:p>
        </p:txBody>
      </p:sp>
      <p:sp>
        <p:nvSpPr>
          <p:cNvPr id="5" name="スライド番号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pic>
        <p:nvPicPr>
          <p:cNvPr id="6" name="Picture 5" descr="app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313301"/>
            <a:ext cx="10637520" cy="287147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検索で、必要な1件を探す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Chrome実操作・2026-10-29 / 架空データ</a:t>
            </a:r>
          </a:p>
        </p:txBody>
      </p:sp>
      <p:sp>
        <p:nvSpPr>
          <p:cNvPr id="5" name="スライド番号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pic>
        <p:nvPicPr>
          <p:cNvPr id="6" name="Picture 5" descr="app-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208" y="1645920"/>
            <a:ext cx="10439583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状態変更が、再読込後も残る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Chrome実操作・2026-10-29 / 架空データ</a:t>
            </a:r>
          </a:p>
        </p:txBody>
      </p:sp>
      <p:sp>
        <p:nvSpPr>
          <p:cNvPr id="5" name="スライド番号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pic>
        <p:nvPicPr>
          <p:cNvPr id="6" name="Picture 5" descr="app-pers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769" y="1645920"/>
            <a:ext cx="10144461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10637520" cy="5394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lang="ja-JP" altLang="en-US">
                <a:solidFill>
                  <a:srgbClr val="FFFFFF"/>
                </a:solidFill>
              </a:rPr>
              <a:t>「できました」の次に</a:t>
            </a:r>
          </a:p>
          <a:p>
            <a:pPr algn="l">
              <a:lnSpc>
                <a:spcPct val="118000"/>
              </a:lnSpc>
              <a:spcBef>
                <a:spcPts val="1000"/>
              </a:spcBef>
            </a:pPr>
            <a:r>
              <a:rPr sz="7200" b="1" lang="ja-JP" altLang="en-US">
                <a:solidFill>
                  <a:srgbClr val="DAE48F"/>
                </a:solidFill>
              </a:rPr>
              <a:t>自分でも操作する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自分の仕事に、ひとつ寄せる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管理したい仕事をひとつ決める</a:t>
            </a:r>
          </a:p>
          <a:p>
            <a:r>
              <a:t>追加する項目をひとつ依頼する</a:t>
            </a:r>
          </a:p>
          <a:p>
            <a:r>
              <a:t>追加した項目を実際に操作する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WORK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7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分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個人ワーク</a:t>
            </a:r>
          </a:p>
        </p:txBody>
      </p:sp>
      <p:sp>
        <p:nvSpPr>
          <p:cNvPr id="8" name="スライド番号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637520" cy="402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6000" b="1" lang="ja-JP" altLang="en-US">
                <a:solidFill>
                  <a:srgbClr val="FFFFFF"/>
                </a:solidFill>
              </a:rPr>
              <a:t>業務で活用する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637520" cy="402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6000" b="1" lang="ja-JP" altLang="en-US">
                <a:solidFill>
                  <a:srgbClr val="FFFFFF"/>
                </a:solidFill>
              </a:rPr>
              <a:t>Skillsで業務を自動化する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10637520" cy="5394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lang="ja-JP" altLang="en-US">
                <a:solidFill>
                  <a:srgbClr val="D97651"/>
                </a:solidFill>
              </a:rPr>
              <a:t>ポイント</a:t>
            </a:r>
          </a:p>
          <a:p>
            <a:pPr algn="l">
              <a:lnSpc>
                <a:spcPct val="118000"/>
              </a:lnSpc>
              <a:spcBef>
                <a:spcPts val="1000"/>
              </a:spcBef>
            </a:pPr>
            <a:r>
              <a:rPr sz="4000" b="1" lang="ja-JP" altLang="en-US">
                <a:solidFill>
                  <a:srgbClr val="29523A"/>
                </a:solidFill>
              </a:rPr>
              <a:t>毎回のやり方を</a:t>
            </a:r>
          </a:p>
          <a:p>
            <a:pPr algn="l">
              <a:lnSpc>
                <a:spcPct val="118000"/>
              </a:lnSpc>
              <a:spcBef>
                <a:spcPts val="1000"/>
              </a:spcBef>
            </a:pPr>
            <a:r>
              <a:rPr sz="7200" b="1" lang="ja-JP" altLang="en-US">
                <a:solidFill>
                  <a:srgbClr val="29523A"/>
                </a:solidFill>
              </a:rPr>
              <a:t>SKILL.mdに残す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943600"/>
            <a:ext cx="996696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200" lang="ja-JP" altLang="en-US">
                <a:solidFill>
                  <a:srgbClr val="67756A"/>
                </a:solidFill>
              </a:rPr>
              <a:t>S04 / Claude Code Docs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約束と手順を、置き分ける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S04 / Claude Code Docs</a:t>
            </a:r>
          </a:p>
        </p:txBody>
      </p:sp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83080"/>
          <a:ext cx="10637520" cy="20299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318760"/>
                <a:gridCol w="531876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ファイル</a:t>
                      </a:r>
                    </a:p>
                  </a:txBody>
                  <a:tcPr marL="0" marR="109728" marT="54864" marB="54864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860">
                      <a:solidFill>
                        <a:srgbClr val="2952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役割</a:t>
                      </a:r>
                    </a:p>
                  </a:txBody>
                  <a:tcPr marL="109728" marR="109728" marT="54864" marB="54864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860">
                      <a:solidFill>
                        <a:srgbClr val="29523A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CLAUDE.md</a:t>
                      </a:r>
                    </a:p>
                  </a:txBody>
                  <a:tcPr marL="0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8BAA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00" b="0" lang="ja-JP" altLang="en-US">
                          <a:solidFill>
                            <a:srgbClr val="241915"/>
                          </a:solidFill>
                        </a:rPr>
                        <a:t>その作業場所で守る約束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8BAAC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SKILL.md</a:t>
                      </a:r>
                    </a:p>
                  </a:txBody>
                  <a:tcPr marL="0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00" b="0" lang="ja-JP" altLang="en-US">
                          <a:solidFill>
                            <a:srgbClr val="241915"/>
                          </a:solidFill>
                        </a:rPr>
                        <a:t>必要なときに使う手順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配布したSkillを呼び出す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Claude Code実画面・2026-10-29</a:t>
            </a:r>
          </a:p>
        </p:txBody>
      </p:sp>
      <p:sp>
        <p:nvSpPr>
          <p:cNvPr id="5" name="スライド番号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pic>
        <p:nvPicPr>
          <p:cNvPr id="6" name="Picture 5" descr="skill-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077196"/>
            <a:ext cx="10637520" cy="1343686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Skillsで業務を自動化する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実際に送信したプロンプト</a:t>
            </a:r>
          </a:p>
        </p:txBody>
      </p:sp>
      <p:sp>
        <p:nvSpPr>
          <p:cNvPr id="6" name="スライド番号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9814560" cy="3246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4800" b="0" lang="ja-JP" altLang="en-US">
                <a:solidFill>
                  <a:srgbClr val="241915"/>
                </a:solidFill>
                <a:latin typeface="BIZ UDGothic"/>
                <a:ea typeface="BIZ UDGothic"/>
              </a:rPr>
              <a:t>/course-daily-report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10637520" cy="5394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lang="ja-JP" altLang="en-US">
                <a:solidFill>
                  <a:srgbClr val="29523A"/>
                </a:solidFill>
              </a:rPr>
              <a:t>手順の品質は</a:t>
            </a:r>
          </a:p>
          <a:p>
            <a:pPr algn="l">
              <a:lnSpc>
                <a:spcPct val="118000"/>
              </a:lnSpc>
              <a:spcBef>
                <a:spcPts val="1000"/>
              </a:spcBef>
            </a:pPr>
            <a:r>
              <a:rPr sz="7200" b="1" lang="ja-JP" altLang="en-US">
                <a:solidFill>
                  <a:srgbClr val="29523A"/>
                </a:solidFill>
              </a:rPr>
              <a:t>結果で確かめる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637520" cy="402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6000" b="1" lang="ja-JP" altLang="en-US">
                <a:solidFill>
                  <a:srgbClr val="FFFFFF"/>
                </a:solidFill>
              </a:rPr>
              <a:t>MCPでGoogle・</a:t>
            </a:r>
            <a:br/>
            <a:r>
              <a:rPr sz="6000" b="1" lang="ja-JP" altLang="en-US">
                <a:solidFill>
                  <a:srgbClr val="FFFFFF"/>
                </a:solidFill>
              </a:rPr>
              <a:t>Notionと連携する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MCPは、外の道具につなぐ仕組み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S05・S06 / 公式資料</a:t>
            </a:r>
          </a:p>
        </p:txBody>
      </p:sp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5" name="Rectangle 4"/>
          <p:cNvSpPr/>
          <p:nvPr/>
        </p:nvSpPr>
        <p:spPr>
          <a:xfrm>
            <a:off x="777240" y="2926080"/>
            <a:ext cx="3180080" cy="1737360"/>
          </a:xfrm>
          <a:prstGeom prst="rect">
            <a:avLst/>
          </a:prstGeom>
          <a:solidFill>
            <a:srgbClr val="E3D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290576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lang="ja-JP" altLang="en-US">
                <a:solidFill>
                  <a:srgbClr val="241915"/>
                </a:solidFill>
              </a:rPr>
              <a:t>Claude Code</a:t>
            </a:r>
          </a:p>
        </p:txBody>
      </p:sp>
      <p:sp>
        <p:nvSpPr>
          <p:cNvPr id="7" name="Isosceles Triangle 6"/>
          <p:cNvSpPr/>
          <p:nvPr/>
        </p:nvSpPr>
        <p:spPr>
          <a:xfrm rot="5400000">
            <a:off x="4131056" y="3648456"/>
            <a:ext cx="292608" cy="201168"/>
          </a:xfrm>
          <a:prstGeom prst="triangle">
            <a:avLst/>
          </a:prstGeom>
          <a:solidFill>
            <a:srgbClr val="C8B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05960" y="2926080"/>
            <a:ext cx="3180080" cy="1737360"/>
          </a:xfrm>
          <a:prstGeom prst="rect">
            <a:avLst/>
          </a:prstGeom>
          <a:solidFill>
            <a:srgbClr val="DAD1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3120" y="2926080"/>
            <a:ext cx="290576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lang="ja-JP" altLang="en-US">
                <a:solidFill>
                  <a:srgbClr val="241915"/>
                </a:solidFill>
              </a:rPr>
              <a:t>MCP</a:t>
            </a:r>
          </a:p>
        </p:txBody>
      </p:sp>
      <p:sp>
        <p:nvSpPr>
          <p:cNvPr id="10" name="Isosceles Triangle 9"/>
          <p:cNvSpPr/>
          <p:nvPr/>
        </p:nvSpPr>
        <p:spPr>
          <a:xfrm rot="5400000">
            <a:off x="7859776" y="3648456"/>
            <a:ext cx="292608" cy="201168"/>
          </a:xfrm>
          <a:prstGeom prst="triangle">
            <a:avLst/>
          </a:prstGeom>
          <a:solidFill>
            <a:srgbClr val="C8B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34680" y="2926080"/>
            <a:ext cx="3180080" cy="1737360"/>
          </a:xfrm>
          <a:prstGeom prst="rect">
            <a:avLst/>
          </a:prstGeom>
          <a:solidFill>
            <a:srgbClr val="295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1840" y="2926080"/>
            <a:ext cx="290576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lang="ja-JP" altLang="en-US">
                <a:solidFill>
                  <a:srgbClr val="FFFFFF"/>
                </a:solidFill>
              </a:rPr>
              <a:t>Google・Notion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使えるコネクタを確認する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Claude Code実画面・2026-10-29</a:t>
            </a:r>
          </a:p>
        </p:txBody>
      </p:sp>
      <p:sp>
        <p:nvSpPr>
          <p:cNvPr id="5" name="スライド番号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pic>
        <p:nvPicPr>
          <p:cNvPr id="6" name="Picture 5" descr="conne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090" y="1645920"/>
            <a:ext cx="10131818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10637520" cy="5394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lang="ja-JP" altLang="en-US">
                <a:solidFill>
                  <a:srgbClr val="29523A"/>
                </a:solidFill>
              </a:rPr>
              <a:t>Googleは</a:t>
            </a:r>
          </a:p>
          <a:p>
            <a:pPr algn="l">
              <a:lnSpc>
                <a:spcPct val="118000"/>
              </a:lnSpc>
              <a:spcBef>
                <a:spcPts val="1000"/>
              </a:spcBef>
            </a:pPr>
            <a:r>
              <a:rPr sz="7200" b="1" lang="ja-JP" altLang="en-US">
                <a:solidFill>
                  <a:srgbClr val="29523A"/>
                </a:solidFill>
              </a:rPr>
              <a:t>使うサービスを選ぶ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943600"/>
            <a:ext cx="996696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200" lang="ja-JP" altLang="en-US">
                <a:solidFill>
                  <a:srgbClr val="67756A"/>
                </a:solidFill>
              </a:rPr>
              <a:t>S01・S05 / 公式資料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10637520" cy="5394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lang="ja-JP" altLang="en-US">
                <a:solidFill>
                  <a:srgbClr val="29523A"/>
                </a:solidFill>
              </a:rPr>
              <a:t>Notionは</a:t>
            </a:r>
          </a:p>
          <a:p>
            <a:pPr algn="l">
              <a:lnSpc>
                <a:spcPct val="118000"/>
              </a:lnSpc>
              <a:spcBef>
                <a:spcPts val="1000"/>
              </a:spcBef>
            </a:pPr>
            <a:r>
              <a:rPr sz="7200" b="1" lang="ja-JP" altLang="en-US">
                <a:solidFill>
                  <a:srgbClr val="29523A"/>
                </a:solidFill>
              </a:rPr>
              <a:t>接続する範囲を確認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943600"/>
            <a:ext cx="996696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200" lang="ja-JP" altLang="en-US">
                <a:solidFill>
                  <a:srgbClr val="67756A"/>
                </a:solidFill>
              </a:rPr>
              <a:t>S06 / Notion Help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MCPでGoogle・Notionと連携する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演習用プロンプト</a:t>
            </a:r>
          </a:p>
        </p:txBody>
      </p:sp>
      <p:sp>
        <p:nvSpPr>
          <p:cNvPr id="6" name="スライド番号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9814560" cy="3246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lang="ja-JP" altLang="en-US">
                <a:solidFill>
                  <a:srgbClr val="241915"/>
                </a:solidFill>
                <a:latin typeface="BIZ UDGothic"/>
                <a:ea typeface="BIZ UDGothic"/>
              </a:rPr>
              <a:t>GoogleとNotionの</a:t>
            </a:r>
            <a:br/>
            <a:r>
              <a:rPr sz="3200" b="0" lang="ja-JP" altLang="en-US">
                <a:solidFill>
                  <a:srgbClr val="241915"/>
                </a:solidFill>
                <a:latin typeface="BIZ UDGothic"/>
                <a:ea typeface="BIZ UDGothic"/>
              </a:rPr>
              <a:t>接続状態を確認してください。</a:t>
            </a:r>
            <a:br/>
            <a:r>
              <a:rPr sz="3200" b="0" lang="ja-JP" altLang="en-US">
                <a:solidFill>
                  <a:srgbClr val="241915"/>
                </a:solidFill>
                <a:latin typeface="BIZ UDGothic"/>
                <a:ea typeface="BIZ UDGothic"/>
              </a:rPr>
              <a:t>使える道具と、</a:t>
            </a:r>
            <a:br/>
            <a:r>
              <a:rPr sz="3200" b="0" lang="ja-JP" altLang="en-US">
                <a:solidFill>
                  <a:srgbClr val="241915"/>
                </a:solidFill>
                <a:latin typeface="BIZ UDGothic"/>
                <a:ea typeface="BIZ UDGothic"/>
              </a:rPr>
              <a:t>認証が必要な道具を分けてください。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接続の可否も、結果として残す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Claude Code接続試験の記録を表示 / 2026-10-29</a:t>
            </a:r>
          </a:p>
        </p:txBody>
      </p:sp>
      <p:sp>
        <p:nvSpPr>
          <p:cNvPr id="5" name="スライド番号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pic>
        <p:nvPicPr>
          <p:cNvPr id="6" name="Picture 5" descr="mcp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440" y="1645920"/>
            <a:ext cx="79451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外部連携の演習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演習用プロンプト</a:t>
            </a:r>
          </a:p>
        </p:txBody>
      </p:sp>
      <p:sp>
        <p:nvSpPr>
          <p:cNvPr id="6" name="スライド番号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9814560" cy="3246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lang="ja-JP" altLang="en-US">
                <a:solidFill>
                  <a:srgbClr val="241915"/>
                </a:solidFill>
                <a:latin typeface="BIZ UDGothic"/>
                <a:ea typeface="BIZ UDGothic"/>
              </a:rPr>
              <a:t>指定した会議メモを読み、</a:t>
            </a:r>
            <a:br/>
            <a:r>
              <a:rPr sz="3200" b="0" lang="ja-JP" altLang="en-US">
                <a:solidFill>
                  <a:srgbClr val="241915"/>
                </a:solidFill>
                <a:latin typeface="BIZ UDGothic"/>
                <a:ea typeface="BIZ UDGothic"/>
              </a:rPr>
              <a:t>担当者・期限・次の対応を表にしてください。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10637520" cy="5394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lang="ja-JP" altLang="en-US">
                <a:solidFill>
                  <a:srgbClr val="29523A"/>
                </a:solidFill>
              </a:rPr>
              <a:t>外部に書き込む前に</a:t>
            </a:r>
          </a:p>
          <a:p>
            <a:pPr algn="l">
              <a:lnSpc>
                <a:spcPct val="118000"/>
              </a:lnSpc>
              <a:spcBef>
                <a:spcPts val="1000"/>
              </a:spcBef>
            </a:pPr>
            <a:r>
              <a:rPr sz="7200" b="1" lang="ja-JP" altLang="en-US">
                <a:solidFill>
                  <a:srgbClr val="29523A"/>
                </a:solidFill>
              </a:rPr>
              <a:t>下書きを確認する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637520" cy="402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6000" b="1" lang="ja-JP" altLang="en-US">
                <a:solidFill>
                  <a:srgbClr val="FFFFFF"/>
                </a:solidFill>
              </a:rPr>
              <a:t>PC内の履歴から日報を作る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10637520" cy="5394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lang="ja-JP" altLang="en-US">
                <a:solidFill>
                  <a:srgbClr val="29523A"/>
                </a:solidFill>
              </a:rPr>
              <a:t>履歴を使うには</a:t>
            </a:r>
          </a:p>
          <a:p>
            <a:pPr algn="l">
              <a:lnSpc>
                <a:spcPct val="118000"/>
              </a:lnSpc>
              <a:spcBef>
                <a:spcPts val="1000"/>
              </a:spcBef>
            </a:pPr>
            <a:r>
              <a:rPr sz="7200" b="1" lang="ja-JP" altLang="en-US">
                <a:solidFill>
                  <a:srgbClr val="29523A"/>
                </a:solidFill>
              </a:rPr>
              <a:t>記録された材料が必要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予定と実績を分けた日報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Claude Code生成日報の閲覧ページ / 架空履歴</a:t>
            </a:r>
          </a:p>
        </p:txBody>
      </p:sp>
      <p:sp>
        <p:nvSpPr>
          <p:cNvPr id="5" name="スライド番号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pic>
        <p:nvPicPr>
          <p:cNvPr id="6" name="Picture 5" descr="daily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440" y="1645920"/>
            <a:ext cx="79451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10637520" cy="5394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lang="ja-JP" altLang="en-US">
                <a:solidFill>
                  <a:srgbClr val="29523A"/>
                </a:solidFill>
              </a:rPr>
              <a:t>予定を見つけても</a:t>
            </a:r>
          </a:p>
          <a:p>
            <a:pPr algn="l">
              <a:lnSpc>
                <a:spcPct val="118000"/>
              </a:lnSpc>
              <a:spcBef>
                <a:spcPts val="1000"/>
              </a:spcBef>
            </a:pPr>
            <a:r>
              <a:rPr sz="7200" b="1" lang="ja-JP" altLang="en-US">
                <a:solidFill>
                  <a:srgbClr val="29523A"/>
                </a:solidFill>
              </a:rPr>
              <a:t>実施済みとは書かない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日報の「言い過ぎ」を見つける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日報の各行の根拠IDを見る</a:t>
            </a:r>
          </a:p>
          <a:p>
            <a:r>
              <a:t>下書きと送信済みを照合する</a:t>
            </a:r>
          </a:p>
          <a:p>
            <a:r>
              <a:t>次にすることをひとつ選ぶ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WORK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分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個人ワーク</a:t>
            </a:r>
          </a:p>
        </p:txBody>
      </p:sp>
      <p:sp>
        <p:nvSpPr>
          <p:cNvPr id="8" name="スライド番号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637520" cy="402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6000" b="1" lang="ja-JP" altLang="en-US">
                <a:solidFill>
                  <a:srgbClr val="FFFFFF"/>
                </a:solidFill>
              </a:rPr>
              <a:t>Team Agentで並列に</a:t>
            </a:r>
            <a:br/>
            <a:r>
              <a:rPr sz="6000" b="1" lang="ja-JP" altLang="en-US">
                <a:solidFill>
                  <a:srgbClr val="FFFFFF"/>
                </a:solidFill>
              </a:rPr>
              <a:t>深く調べる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違う観点を、別の担当に任せる</a:t>
            </a:r>
          </a:p>
        </p:txBody>
      </p:sp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83080"/>
          <a:ext cx="10637520" cy="20299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318760"/>
                <a:gridCol w="531876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担当</a:t>
                      </a:r>
                    </a:p>
                  </a:txBody>
                  <a:tcPr marL="0" marR="109728" marT="54864" marB="54864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860">
                      <a:solidFill>
                        <a:srgbClr val="2952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独立して調べること</a:t>
                      </a:r>
                    </a:p>
                  </a:txBody>
                  <a:tcPr marL="109728" marR="109728" marT="54864" marB="54864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860">
                      <a:solidFill>
                        <a:srgbClr val="29523A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運用担当</a:t>
                      </a:r>
                    </a:p>
                  </a:txBody>
                  <a:tcPr marL="0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8BAA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00" b="0" lang="ja-JP" altLang="en-US">
                          <a:solidFill>
                            <a:srgbClr val="241915"/>
                          </a:solidFill>
                        </a:rPr>
                        <a:t>使える機能と未確認事項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8BAAC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費用担当</a:t>
                      </a:r>
                    </a:p>
                  </a:txBody>
                  <a:tcPr marL="0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00" b="0" lang="ja-JP" altLang="en-US">
                          <a:solidFill>
                            <a:srgbClr val="241915"/>
                          </a:solidFill>
                        </a:rPr>
                        <a:t>費用と予算の条件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並列に深く調べる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演習用プロンプト</a:t>
            </a:r>
          </a:p>
        </p:txBody>
      </p:sp>
      <p:sp>
        <p:nvSpPr>
          <p:cNvPr id="6" name="スライド番号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9814560" cy="3246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0" lang="ja-JP" altLang="en-US">
                <a:solidFill>
                  <a:srgbClr val="241915"/>
                </a:solidFill>
                <a:latin typeface="BIZ UDGothic"/>
                <a:ea typeface="BIZ UDGothic"/>
              </a:rPr>
              <a:t>演習06を運用担当と費用担当で調べ、</a:t>
            </a:r>
            <a:br/>
            <a:r>
              <a:rPr sz="4000" b="0" lang="ja-JP" altLang="en-US">
                <a:solidFill>
                  <a:srgbClr val="241915"/>
                </a:solidFill>
                <a:latin typeface="BIZ UDGothic"/>
                <a:ea typeface="BIZ UDGothic"/>
              </a:rPr>
              <a:t>互いの見落としを指摘してから</a:t>
            </a:r>
            <a:br/>
            <a:r>
              <a:rPr sz="4000" b="0" lang="ja-JP" altLang="en-US">
                <a:solidFill>
                  <a:srgbClr val="241915"/>
                </a:solidFill>
                <a:latin typeface="BIZ UDGothic"/>
                <a:ea typeface="BIZ UDGothic"/>
              </a:rPr>
              <a:t>統合してください。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別の担当が、見落としを拾った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Claude Code実測 / サブエージェントによる相互レビュー</a:t>
            </a:r>
          </a:p>
        </p:txBody>
      </p:sp>
      <p:sp>
        <p:nvSpPr>
          <p:cNvPr id="5" name="スライド番号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pic>
        <p:nvPicPr>
          <p:cNvPr id="6" name="Picture 5" descr="team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440" y="1645920"/>
            <a:ext cx="79451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今回の実演と、Agent Teamsを区別する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S07 / CLI 2.1.308で2026-10-29検証</a:t>
            </a:r>
          </a:p>
        </p:txBody>
      </p:sp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83080"/>
          <a:ext cx="10637520" cy="20299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318760"/>
                <a:gridCol w="531876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仕組み</a:t>
                      </a:r>
                    </a:p>
                  </a:txBody>
                  <a:tcPr marL="0" marR="109728" marT="54864" marB="54864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860">
                      <a:solidFill>
                        <a:srgbClr val="2952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今回の状態</a:t>
                      </a:r>
                    </a:p>
                  </a:txBody>
                  <a:tcPr marL="109728" marR="109728" marT="54864" marB="54864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860">
                      <a:solidFill>
                        <a:srgbClr val="29523A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サブエージェント</a:t>
                      </a:r>
                    </a:p>
                  </a:txBody>
                  <a:tcPr marL="0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8BAA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00" b="0" lang="ja-JP" altLang="en-US">
                          <a:solidFill>
                            <a:srgbClr val="241915"/>
                          </a:solidFill>
                        </a:rPr>
                        <a:t>2担当と相互レビューを実行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8BAAC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2700" b="1" lang="ja-JP" altLang="en-US">
                          <a:solidFill>
                            <a:srgbClr val="29523A"/>
                          </a:solidFill>
                        </a:rPr>
                        <a:t>Agent Teams</a:t>
                      </a:r>
                    </a:p>
                  </a:txBody>
                  <a:tcPr marL="0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500" b="0" lang="ja-JP" altLang="en-US">
                          <a:solidFill>
                            <a:srgbClr val="241915"/>
                          </a:solidFill>
                        </a:rPr>
                        <a:t>専用ツールが出ず、未実演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スライド番号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 altLang="en-US"/>
              <a:t>‹#›</a:t>
            </a:fld>
            <a:endParaRPr lang="ja-JP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10637520" cy="5394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lang="ja-JP" altLang="en-US">
                <a:solidFill>
                  <a:srgbClr val="FFFFFF"/>
                </a:solidFill>
              </a:rPr>
              <a:t>任せる範囲と</a:t>
            </a:r>
          </a:p>
          <a:p>
            <a:pPr algn="l">
              <a:lnSpc>
                <a:spcPct val="118000"/>
              </a:lnSpc>
              <a:spcBef>
                <a:spcPts val="1000"/>
              </a:spcBef>
            </a:pPr>
            <a:r>
              <a:rPr sz="7200" b="1" lang="ja-JP" altLang="en-US">
                <a:solidFill>
                  <a:srgbClr val="DAE48F"/>
                </a:solidFill>
              </a:rPr>
              <a:t>確認する基準を決める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637520" cy="402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5200" b="1" lang="ja-JP" altLang="en-US">
                <a:solidFill>
                  <a:srgbClr val="FFFFFF"/>
                </a:solidFill>
              </a:rPr>
              <a:t>明日の仕事をひとつ、</a:t>
            </a:r>
            <a:br/>
            <a:r>
              <a:rPr sz="5200" b="1" lang="ja-JP" altLang="en-US">
                <a:solidFill>
                  <a:srgbClr val="FFFFFF"/>
                </a:solidFill>
              </a:rPr>
              <a:t>Claude Codeに頼んでみよう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ありがとうございました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続きは「上級・業務設計編」へ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配布教材：GitHubのREADMEから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木曜会">
  <a:themeElements>
    <a:clrScheme name="AI木曜会">
      <a:dk1>
        <a:srgbClr val="241915"/>
      </a:dk1>
      <a:lt1>
        <a:srgbClr val="FFFFFF"/>
      </a:lt1>
      <a:dk2>
        <a:srgbClr val="29523A"/>
      </a:dk2>
      <a:lt2>
        <a:srgbClr val="F1F0E7"/>
      </a:lt2>
      <a:accent1>
        <a:srgbClr val="29523A"/>
      </a:accent1>
      <a:accent2>
        <a:srgbClr val="D97651"/>
      </a:accent2>
      <a:accent3>
        <a:srgbClr val="DAE48F"/>
      </a:accent3>
      <a:accent4>
        <a:srgbClr val="C8BAAC"/>
      </a:accent4>
      <a:accent5>
        <a:srgbClr val="FFFFFF"/>
      </a:accent5>
      <a:accent6>
        <a:srgbClr val="241915"/>
      </a:accent6>
      <a:hlink>
        <a:srgbClr val="29523A"/>
      </a:hlink>
      <a:folHlink>
        <a:srgbClr val="241915"/>
      </a:folHlink>
    </a:clrScheme>
    <a:fontScheme name="Office">
      <a:majorFont>
        <a:latin typeface="Inter"/>
        <a:ea typeface="Hiragino Sans"/>
        <a:cs typeface=""/>
        <a:font script="Jpan" typeface="Hiragino Sans"/>
      </a:majorFont>
      <a:minorFont>
        <a:latin typeface="Inter"/>
        <a:ea typeface="Hiragino Sans"/>
        <a:cs typeface=""/>
        <a:font script="Jpan" typeface="Hiragino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Code講座 基礎・実務編</dc:title>
  <dc:subject/>
  <dc:creator>Michikusa株式会社 / 臼井拓水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