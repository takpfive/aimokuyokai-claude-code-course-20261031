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2000" cy="6858000" type="screen4x3"/>
  <p:notesSz cx="6858000" cy="9144000"/>
  <p:defaultTextStyle>
    <a:defPPr>
      <a:defRPr lang="ja-JP" altLang="en-US"/>
    </a:defPPr>
    <a:lvl1pPr marL="0" algn="l" defTabSz="457200" rtl="0" eaLnBrk="1" latinLnBrk="0" hangingPunct="1">
      <a:defRPr sz="1800" kern="1200" lang="ja-JP" altLang="en-US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ja-JP" altLang="en-US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ja-JP" altLang="en-US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ja-JP" altLang="en-US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ja-JP" altLang="en-US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ja-JP" altLang="en-US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ja-JP" altLang="en-US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ja-JP" altLang="en-US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ja-JP" altLang="en-US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基礎編を終えた人向け。新たに組み合わせた業務課題。120分案。これまでの業務履歴を全件確認していないため「未経験」と断定しない。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複雑な操作を覚えるだけではなく、結果を他の人が追試できるようにする。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120分案：導入10、照合35、分析30、並列調査25、再利用10、質疑10。時間が押したら各ワークを講師実演へ。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ic公式の社内活用には非エンジニアのマーケティング自動化やデータ作業がある。Finance公式プラグインには照合や差異分析がある。本教材はそれをヒントに架空の材料で独自設計し、実際に検証したもの。導入効果の数字を転用しない。</a:t>
            </a:r>
          </a:p>
          <a:p/>
          <a:p>
            <a:r>
              <a:t>出典：S08・S09 / Anthropic公式の実務事例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演習04の三点照合。発注で約束した数量/単価、実際に届いた数量、請求された数量/金額を比較する。会計や支払実行の自動化ではなく、例外抽出の練習。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purchase_orders.csv / receipts.csv / invoices.csv。発注番号だけでは仕入先の取り違えを見逃すため、両方を見る。金額は架空、税抜円。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POLICY.mdを開く。重複は仕入先ID+請求書番号。両方に印を付ける。差額を勝手に消さない。1行ずつ理由と根拠を残す。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演習用短縮版。実測はClaude Code CLIでスクリプト生成と実行まで実施。配布のoutput/04-match/match.pyを再実行できる。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実際の請求判定CSVを確認。I04のみ一致。例外は重複2行、納品超過1行、単価不一致1行、未納品1行、発注不明1行。</a:t>
            </a:r>
          </a:p>
          <a:p/>
          <a:p>
            <a:r>
              <a:t>出典：Claude Code生成結果を再計算 / 架空の三点照合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I01/I05は同じV01+A-001。どちらが正しいか不明なまま、片方を除外・削除しない。両方に重複疑いを残す。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I02 / P02 / G02。請求数量50−納品数量30=20。50を発注した事実だけでは、50の納品完了を意味しない。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I03。請求11,000−発注10,000=単価差1,000円。10個なので差額10,000円。数量と単価を別々に見る。</a:t>
            </a:r>
          </a:p>
          <a:p/>
          <a:p>
            <a:r>
              <a:t>出典：架空データ I03 / P03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I06は納品記録がない。I07は該当する発注がない。「納品されたはず」「発注ミスのはず」と推測しない。担当に確認する例外一覧が成果物。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この演習で自動化したのは照合。支払承認は権限を持つ担当者の別の工程。配布コードには送金や会計転記機能がない。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演習用。受入条件と再現コマンドを渡す。検証成功の自己申告だけでなく、配布のverify.pyで別実装から照合する。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5分。例：P02は50個請求に対して受領記録30個。残り20個の受領記録をご確認ください。決めつけない。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過去の配信効果分析という業務を、重複・セキュリティスキャン・帰属不明を含む新しい架空演習に発展させた。実在の配信結果や受信者は使っていない。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演習05。send_idで配信とクリック、recipient_idで申込の重複、last_click_send_idで直接帰属。似た名前でJOINせず、キーの意味を確かめる。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演習用短縮版。CLIで実行した指示は配布prompts.md。output/05-campaign/campaign.pyで再現できる。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繰り返しクリック、security、unknownも含む素朴な件数。これをクリック率や成果の勝者と呼ばない。</a:t>
            </a:r>
          </a:p>
          <a:p/>
          <a:p>
            <a:r>
              <a:t>出典：架空データ / 再計算結果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Aのhumanクリック3件はU02の2回を含むので2人。Bは3人。security6件とunknown1件をhumanから除外。</a:t>
            </a:r>
          </a:p>
          <a:p/>
          <a:p>
            <a:r>
              <a:t>出典：架空データ / C01〜C13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J05はキャンセル、J08はU01重複。A・B各10人の配信を分母に計算。CVRは「何に対する何の率」かを必ず言う。</a:t>
            </a:r>
          </a:p>
          <a:p/>
          <a:p>
            <a:r>
              <a:t>出典：架空データ / J01〜J08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有効ユニーク申込6人、直接帰属4人、未帰属2人。J06はBのメールが届いていても追跡IDがないため未帰属。J07は配信対象外。</a:t>
            </a:r>
          </a:p>
          <a:p/>
          <a:p>
            <a:r>
              <a:t>出典：Claude Code生成結果を再計算 / 架空データ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同一受信者へメールを送った事実から、そのメールが申込を生んだとは断定しない。未帰属2人を都合よくA/Bに配らない。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直接帰属CVRは同じ。小標本であり、無作為割付の証拠もない。因果効果や統計的有意差を語らない。次回は割付・ID・指標の定義を先に決める。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5分。次のキャンペーンを送る演習ではない。測定ルールと必要な列をメモとして残す。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演習06。運用担当と費用担当をそれぞれ独立に起動。全員に同じ要約を求めるだけでは、同じ見落としを増やすことがある。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同じファイルの同時編集を避ける。全員が資料IDを示す。後で相手の成果物を読み、指摘は自分のファイルに追記。</a:t>
            </a:r>
          </a:p>
          <a:p/>
          <a:p>
            <a:r>
              <a:t>出典：S07・S11 / 講座の実測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演習用。実測ではAgent起動→両担当完了→SendMessageで相互レビュー→リード統合。Teamsそのものではないことに注意。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CLIのイベント記録から実際のAgent呼び出しと完了を確認したもの。UIのロールプレイではなく2つのサブエージェント。</a:t>
            </a:r>
          </a:p>
          <a:p/>
          <a:p>
            <a:r>
              <a:t>出典：Claude Code CLI実行記録・2026-10-29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A1の年24万円とA4の初期15万円。初年度39万円。briefは年額36万円以下という条件だけなので、初期費用を予算に含むか確認する必要がある。</a:t>
            </a:r>
          </a:p>
          <a:p/>
          <a:p>
            <a:r>
              <a:t>出典：架空資料 A1・A4 / 24＋15＝39万円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B3の権限設定は上位プラン限定。上位プラン価格は不明。基本年額30万円だけで条件達成と言わない。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費用担当は年額の定義確認を追加。運用担当はBの料金方式が置換か加算かで予算判定が変わる点を追加。結論は保留し、確認項目を示した。</a:t>
            </a:r>
          </a:p>
          <a:p/>
          <a:p>
            <a:r>
              <a:t>出典：Claude Code実測 / サブエージェントによる相互レビュー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根拠、未確認、次に確認する相手・項目が残れば意思決定が前進する。AIに必ず一社を選ばせる必要はない。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最新のサブエージェントにもメッセージ機能があるため「会話できるかだけ」が差ではない。今回のCLIでは共有タスク付きTeamCreateが使えなかった。</a:t>
            </a:r>
          </a:p>
          <a:p/>
          <a:p>
            <a:r>
              <a:t>出典：S07 / Claude Code Docs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Mac/Linuxのターミナル用。Windows PowerShellの例はdocs/SETUP.md。DesktopではAgent Teamsを起動しない。通常の権限確認を保ったまま使用。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公式資料では実験的で既定は無効。環境変数設定とバージョン確認だけでは作成成功の証拠にならない。この実環境では2.1.308でTeamCreate/TeamDeleteが出ず、Agent Teamsは未実演。</a:t>
            </a:r>
          </a:p>
          <a:p/>
          <a:p>
            <a:r>
              <a:t>出典：S07 / 2026-10-29の検証結果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配布verify.pyで原本の件数、コピー一致、重複検出、集計の期待値を独立に確認。モデルの自己評価とは別のチェックを置く。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難しい事例を一回解いて終わりにしない。データが変わっても使える処理と、ケースごとの期待値を分ける。配布コードは教材範囲の見本であり、本番の入力検証や運用設計は追加が必要。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5分。例：発注と請求の金額差、日報の未送信、CSVの重複。実データに進む前に架空の小例で検証する。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処理や出力を理解し、根拠を辿れる状態が上級活用。資料の主張と実行済みの証拠を分ける。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GitHub教材から原本・実行例・期待値・出典・検証手順を案内。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 表紙">
    <p:bg>
      <p:bgPr>
        <a:solidFill>
          <a:srgbClr val="295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イベント名"/>
          <p:cNvSpPr>
            <a:spLocks noGrp="1"/>
          </p:cNvSpPr>
          <p:nvPr>
            <p:ph type="body" sz="quarter" idx="13"/>
          </p:nvPr>
        </p:nvSpPr>
        <p:spPr>
          <a:xfrm>
            <a:off x="777240" y="1188720"/>
            <a:ext cx="7680960" cy="36576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600" b="1" kern="1200" lang="ja-JP" altLang="en-US">
                <a:solidFill>
                  <a:srgbClr val="DAE48F"/>
                </a:solidFill>
              </a:defRPr>
            </a:lvl1pPr>
          </a:lstStyle>
          <a:p>
            <a:r>
              <a:rPr lang="ja-JP" altLang="en-US"/>
              <a:t>イベント名・回</a:t>
            </a:r>
          </a:p>
        </p:txBody>
      </p:sp>
      <p:sp>
        <p:nvSpPr>
          <p:cNvPr id="3" name="タイトル"/>
          <p:cNvSpPr>
            <a:spLocks noGrp="1"/>
          </p:cNvSpPr>
          <p:nvPr>
            <p:ph type="ctrTitle"/>
          </p:nvPr>
        </p:nvSpPr>
        <p:spPr>
          <a:xfrm>
            <a:off x="777240" y="1691640"/>
            <a:ext cx="7680960" cy="228600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2000"/>
              </a:lnSpc>
              <a:spcBef>
                <a:spcPts val="0"/>
              </a:spcBef>
              <a:buNone/>
              <a:defRPr sz="4800" b="1" kern="1200" lang="ja-JP" altLang="en-US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4" name="サブタイトル"/>
          <p:cNvSpPr>
            <a:spLocks noGrp="1"/>
          </p:cNvSpPr>
          <p:nvPr>
            <p:ph type="subTitle" idx="1"/>
          </p:nvPr>
        </p:nvSpPr>
        <p:spPr>
          <a:xfrm>
            <a:off x="777240" y="4434840"/>
            <a:ext cx="7680960" cy="91440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 eaLnBrk="1" latinLnBrk="0" hangingPunct="1">
              <a:lnSpc>
                <a:spcPct val="125000"/>
              </a:lnSpc>
              <a:spcBef>
                <a:spcPts val="0"/>
              </a:spcBef>
              <a:buNone/>
              <a:defRPr sz="2200" b="0" kern="1200" lang="ja-JP" altLang="en-US">
                <a:solidFill>
                  <a:srgbClr val="F1F0E7"/>
                </a:solidFill>
              </a:defRPr>
            </a:lvl1pPr>
          </a:lstStyle>
          <a:p>
            <a:r>
              <a:rPr lang="ja-JP" altLang="en-US"/>
              <a:t>サブタイトル</a:t>
            </a:r>
          </a:p>
        </p:txBody>
      </p:sp>
      <p:sp>
        <p:nvSpPr>
          <p:cNvPr id="5" name="日付・登壇者"/>
          <p:cNvSpPr>
            <a:spLocks noGrp="1"/>
          </p:cNvSpPr>
          <p:nvPr>
            <p:ph type="body" sz="quarter" idx="14"/>
          </p:nvPr>
        </p:nvSpPr>
        <p:spPr>
          <a:xfrm>
            <a:off x="777240" y="5623560"/>
            <a:ext cx="7680960" cy="41148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600" b="1" kern="1200" lang="ja-JP" altLang="en-US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日付 ／ 登壇者</a:t>
            </a:r>
          </a:p>
        </p:txBody>
      </p:sp>
      <p:pic>
        <p:nvPicPr>
          <p:cNvPr id="6" name="ロックアップ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32520" y="2377440"/>
            <a:ext cx="2743200" cy="19511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 開始待ち">
    <p:bg>
      <p:bgPr>
        <a:solidFill>
          <a:srgbClr val="295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ロックアップ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07280" y="640080"/>
            <a:ext cx="2377440" cy="1690954"/>
          </a:xfrm>
          <a:prstGeom prst="rect">
            <a:avLst/>
          </a:prstGeom>
        </p:spPr>
      </p:pic>
      <p:sp>
        <p:nvSpPr>
          <p:cNvPr id="3" name="タイトル"/>
          <p:cNvSpPr>
            <a:spLocks noGrp="1"/>
          </p:cNvSpPr>
          <p:nvPr>
            <p:ph type="title"/>
          </p:nvPr>
        </p:nvSpPr>
        <p:spPr>
          <a:xfrm>
            <a:off x="822960" y="2606040"/>
            <a:ext cx="10546080" cy="82296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ctr" eaLnBrk="1" latinLnBrk="0" hangingPunct="1">
              <a:lnSpc>
                <a:spcPct val="115000"/>
              </a:lnSpc>
              <a:spcBef>
                <a:spcPts val="0"/>
              </a:spcBef>
              <a:buNone/>
              <a:defRPr sz="4000" b="1" kern="1200" lang="ja-JP" altLang="en-US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まもなく開始します</a:t>
            </a:r>
          </a:p>
        </p:txBody>
      </p:sp>
      <p:sp>
        <p:nvSpPr>
          <p:cNvPr id="4" name="開始時刻"/>
          <p:cNvSpPr>
            <a:spLocks noGrp="1"/>
          </p:cNvSpPr>
          <p:nvPr>
            <p:ph type="body" sz="quarter" idx="14"/>
          </p:nvPr>
        </p:nvSpPr>
        <p:spPr>
          <a:xfrm>
            <a:off x="822960" y="3566160"/>
            <a:ext cx="10546080" cy="100584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ctr" eaLnBrk="1" latinLnBrk="0" hangingPunct="1">
              <a:lnSpc>
                <a:spcPct val="100000"/>
              </a:lnSpc>
              <a:spcBef>
                <a:spcPts val="0"/>
              </a:spcBef>
              <a:buNone/>
              <a:defRPr sz="6000" b="1" kern="1200" lang="ja-JP" altLang="en-US">
                <a:solidFill>
                  <a:srgbClr val="DAE48F"/>
                </a:solidFill>
              </a:defRPr>
            </a:lvl1pPr>
          </a:lstStyle>
          <a:p>
            <a:r>
              <a:rPr lang="ja-JP" altLang="en-US"/>
              <a:t>19:00 START</a:t>
            </a:r>
          </a:p>
        </p:txBody>
      </p:sp>
      <p:sp>
        <p:nvSpPr>
          <p:cNvPr id="5" name="案内"/>
          <p:cNvSpPr>
            <a:spLocks noGrp="1"/>
          </p:cNvSpPr>
          <p:nvPr>
            <p:ph type="body" sz="quarter" idx="1"/>
          </p:nvPr>
        </p:nvSpPr>
        <p:spPr>
          <a:xfrm>
            <a:off x="822960" y="4846320"/>
            <a:ext cx="10546080" cy="109728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ctr" eaLnBrk="1" latinLnBrk="0" hangingPunct="1">
              <a:lnSpc>
                <a:spcPct val="140000"/>
              </a:lnSpc>
              <a:spcBef>
                <a:spcPts val="0"/>
              </a:spcBef>
              <a:buNone/>
              <a:defRPr sz="2000" b="0" kern="1200" lang="ja-JP" altLang="en-US">
                <a:solidFill>
                  <a:srgbClr val="F1F0E7"/>
                </a:solidFill>
              </a:defRPr>
            </a:lvl1pPr>
          </a:lstStyle>
          <a:p>
            <a:r>
              <a:rPr lang="ja-JP" altLang="en-US"/>
              <a:t>開始前のお願い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 中扉（心の声）">
    <p:bg>
      <p:bgPr>
        <a:solidFill>
          <a:srgbClr val="295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中扉"/>
          <p:cNvSpPr>
            <a:spLocks noGrp="1"/>
          </p:cNvSpPr>
          <p:nvPr>
            <p:ph type="title"/>
          </p:nvPr>
        </p:nvSpPr>
        <p:spPr>
          <a:xfrm>
            <a:off x="777240" y="914400"/>
            <a:ext cx="9326880" cy="475488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l" eaLnBrk="1" latinLnBrk="0" hangingPunct="1">
              <a:lnSpc>
                <a:spcPct val="125000"/>
              </a:lnSpc>
              <a:spcBef>
                <a:spcPts val="0"/>
              </a:spcBef>
              <a:buNone/>
              <a:defRPr sz="4400" b="1" kern="1200" lang="ja-JP" altLang="en-US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聴衆の心の声を1行で？</a:t>
            </a:r>
          </a:p>
        </p:txBody>
      </p:sp>
      <p:pic>
        <p:nvPicPr>
          <p:cNvPr id="3" name="ペア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85960" y="5074920"/>
            <a:ext cx="1828800" cy="838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本日の流れ・章扉">
    <p:bg>
      <p:bgPr>
        <a:solidFill>
          <a:srgbClr val="F1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3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97651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見出し"/>
          <p:cNvSpPr>
            <a:spLocks noGrp="1"/>
          </p:cNvSpPr>
          <p:nvPr>
            <p:ph type="title"/>
          </p:nvPr>
        </p:nvSpPr>
        <p:spPr>
          <a:xfrm>
            <a:off x="777240" y="292608"/>
            <a:ext cx="10637520" cy="96012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0000"/>
              </a:lnSpc>
              <a:spcBef>
                <a:spcPts val="0"/>
              </a:spcBef>
              <a:buNone/>
              <a:defRPr sz="30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本日の流れ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 1行">
    <p:bg>
      <p:bgPr>
        <a:solidFill>
          <a:srgbClr val="F1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3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97651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メッセージ"/>
          <p:cNvSpPr>
            <a:spLocks noGrp="1"/>
          </p:cNvSpPr>
          <p:nvPr>
            <p:ph type="title"/>
          </p:nvPr>
        </p:nvSpPr>
        <p:spPr>
          <a:xfrm>
            <a:off x="777240" y="914400"/>
            <a:ext cx="10637520" cy="457200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ctr" eaLnBrk="1" latinLnBrk="0" hangingPunct="1">
              <a:lnSpc>
                <a:spcPct val="130000"/>
              </a:lnSpc>
              <a:spcBef>
                <a:spcPts val="0"/>
              </a:spcBef>
              <a:buNone/>
              <a:defRPr sz="48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1行メッセージ</a:t>
            </a:r>
          </a:p>
        </p:txBody>
      </p:sp>
      <p:sp>
        <p:nvSpPr>
          <p:cNvPr id="5" name="出典"/>
          <p:cNvSpPr>
            <a:spLocks noGrp="1"/>
          </p:cNvSpPr>
          <p:nvPr>
            <p:ph type="body" sz="quarter" idx="16"/>
          </p:nvPr>
        </p:nvSpPr>
        <p:spPr>
          <a:xfrm>
            <a:off x="777240" y="5943600"/>
            <a:ext cx="9966960" cy="32004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2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出典：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 1行（強調）">
    <p:bg>
      <p:bgPr>
        <a:solidFill>
          <a:srgbClr val="295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メッセージ"/>
          <p:cNvSpPr>
            <a:spLocks noGrp="1"/>
          </p:cNvSpPr>
          <p:nvPr>
            <p:ph type="title"/>
          </p:nvPr>
        </p:nvSpPr>
        <p:spPr>
          <a:xfrm>
            <a:off x="777240" y="914400"/>
            <a:ext cx="10637520" cy="457200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ctr" eaLnBrk="1" latinLnBrk="0" hangingPunct="1">
              <a:lnSpc>
                <a:spcPct val="130000"/>
              </a:lnSpc>
              <a:spcBef>
                <a:spcPts val="0"/>
              </a:spcBef>
              <a:buNone/>
              <a:defRPr sz="5200" b="1" kern="1200" lang="ja-JP" altLang="en-US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強調したい1行</a:t>
            </a:r>
          </a:p>
        </p:txBody>
      </p:sp>
      <p:sp>
        <p:nvSpPr>
          <p:cNvPr id="3" name="出典"/>
          <p:cNvSpPr>
            <a:spLocks noGrp="1"/>
          </p:cNvSpPr>
          <p:nvPr>
            <p:ph type="body" sz="quarter" idx="16"/>
          </p:nvPr>
        </p:nvSpPr>
        <p:spPr>
          <a:xfrm>
            <a:off x="777240" y="5943600"/>
            <a:ext cx="9966960" cy="32004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200" b="0" kern="1200" lang="ja-JP" altLang="en-US">
                <a:solidFill>
                  <a:srgbClr val="F1F0E7"/>
                </a:solidFill>
              </a:defRPr>
            </a:lvl1pPr>
          </a:lstStyle>
          <a:p>
            <a:r>
              <a:rPr lang="ja-JP" altLang="en-US"/>
              <a:t>出典：</a:t>
            </a:r>
          </a:p>
        </p:txBody>
      </p:sp>
      <p:pic>
        <p:nvPicPr>
          <p:cNvPr id="4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5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AE48F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 1行＋補足">
    <p:bg>
      <p:bgPr>
        <a:solidFill>
          <a:srgbClr val="F1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3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97651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メッセージ"/>
          <p:cNvSpPr>
            <a:spLocks noGrp="1"/>
          </p:cNvSpPr>
          <p:nvPr>
            <p:ph type="title"/>
          </p:nvPr>
        </p:nvSpPr>
        <p:spPr>
          <a:xfrm>
            <a:off x="777240" y="868680"/>
            <a:ext cx="10637520" cy="274320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25000"/>
              </a:lnSpc>
              <a:spcBef>
                <a:spcPts val="0"/>
              </a:spcBef>
              <a:buNone/>
              <a:defRPr sz="40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1行メッセージ</a:t>
            </a:r>
          </a:p>
        </p:txBody>
      </p:sp>
      <p:sp>
        <p:nvSpPr>
          <p:cNvPr id="5" name="補足"/>
          <p:cNvSpPr>
            <a:spLocks noGrp="1"/>
          </p:cNvSpPr>
          <p:nvPr>
            <p:ph type="body" sz="quarter" idx="1"/>
          </p:nvPr>
        </p:nvSpPr>
        <p:spPr>
          <a:xfrm>
            <a:off x="777240" y="4114800"/>
            <a:ext cx="10058400" cy="173736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 eaLnBrk="1" latinLnBrk="0" hangingPunct="1">
              <a:lnSpc>
                <a:spcPct val="140000"/>
              </a:lnSpc>
              <a:spcBef>
                <a:spcPts val="0"/>
              </a:spcBef>
              <a:buNone/>
              <a:defRPr sz="24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補足（3行まで）</a:t>
            </a:r>
          </a:p>
        </p:txBody>
      </p:sp>
      <p:sp>
        <p:nvSpPr>
          <p:cNvPr id="6" name="出典"/>
          <p:cNvSpPr>
            <a:spLocks noGrp="1"/>
          </p:cNvSpPr>
          <p:nvPr>
            <p:ph type="body" sz="quarter" idx="16"/>
          </p:nvPr>
        </p:nvSpPr>
        <p:spPr>
          <a:xfrm>
            <a:off x="777240" y="5943600"/>
            <a:ext cx="9966960" cy="32004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2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出典：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 1行＋補足＋画像">
    <p:bg>
      <p:bgPr>
        <a:solidFill>
          <a:srgbClr val="F1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3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97651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メッセージ"/>
          <p:cNvSpPr>
            <a:spLocks noGrp="1"/>
          </p:cNvSpPr>
          <p:nvPr>
            <p:ph type="title"/>
          </p:nvPr>
        </p:nvSpPr>
        <p:spPr>
          <a:xfrm>
            <a:off x="777240" y="868680"/>
            <a:ext cx="5577840" cy="251460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25000"/>
              </a:lnSpc>
              <a:spcBef>
                <a:spcPts val="0"/>
              </a:spcBef>
              <a:buNone/>
              <a:defRPr sz="34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1行メッセージ</a:t>
            </a:r>
          </a:p>
        </p:txBody>
      </p:sp>
      <p:sp>
        <p:nvSpPr>
          <p:cNvPr id="5" name="補足"/>
          <p:cNvSpPr>
            <a:spLocks noGrp="1"/>
          </p:cNvSpPr>
          <p:nvPr>
            <p:ph type="body" sz="quarter" idx="1"/>
          </p:nvPr>
        </p:nvSpPr>
        <p:spPr>
          <a:xfrm>
            <a:off x="777240" y="3886200"/>
            <a:ext cx="5577840" cy="192024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 eaLnBrk="1" latinLnBrk="0" hangingPunct="1">
              <a:lnSpc>
                <a:spcPct val="140000"/>
              </a:lnSpc>
              <a:spcBef>
                <a:spcPts val="0"/>
              </a:spcBef>
              <a:buNone/>
              <a:defRPr sz="22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補足（3行まで）</a:t>
            </a:r>
          </a:p>
        </p:txBody>
      </p:sp>
      <p:sp>
        <p:nvSpPr>
          <p:cNvPr id="6" name="画像"/>
          <p:cNvSpPr>
            <a:spLocks noGrp="1"/>
          </p:cNvSpPr>
          <p:nvPr>
            <p:ph type="pic" sz="quarter" idx="17"/>
          </p:nvPr>
        </p:nvSpPr>
        <p:spPr>
          <a:xfrm>
            <a:off x="6720840" y="1051560"/>
            <a:ext cx="4693920" cy="4709160"/>
          </a:xfrm>
          <a:prstGeom prst="rect">
            <a:avLst/>
          </a:prstGeom>
          <a:solidFill>
            <a:srgbClr val="F7F5EF"/>
          </a:solidFill>
        </p:spPr>
        <p:txBody>
          <a:bodyPr vert="horz" wrap="square" lIns="0" tIns="0" rIns="0" bIns="0" rtlCol="0" anchor="ctr">
            <a:normAutofit/>
          </a:bodyPr>
          <a:lstStyle>
            <a:lvl1pPr marL="0" indent="0" algn="ctr" eaLnBrk="1" latinLnBrk="0" hangingPunct="1">
              <a:lnSpc>
                <a:spcPct val="115000"/>
              </a:lnSpc>
              <a:spcBef>
                <a:spcPts val="0"/>
              </a:spcBef>
              <a:buNone/>
              <a:defRPr sz="14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画像・スクショ</a:t>
            </a:r>
          </a:p>
        </p:txBody>
      </p:sp>
      <p:sp>
        <p:nvSpPr>
          <p:cNvPr id="7" name="出典"/>
          <p:cNvSpPr>
            <a:spLocks noGrp="1"/>
          </p:cNvSpPr>
          <p:nvPr>
            <p:ph type="body" sz="quarter" idx="16"/>
          </p:nvPr>
        </p:nvSpPr>
        <p:spPr>
          <a:xfrm>
            <a:off x="777240" y="5943600"/>
            <a:ext cx="9966960" cy="32004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2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出典：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 図・スクショ">
    <p:bg>
      <p:bgPr>
        <a:solidFill>
          <a:srgbClr val="F1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3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97651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見出し"/>
          <p:cNvSpPr>
            <a:spLocks noGrp="1"/>
          </p:cNvSpPr>
          <p:nvPr>
            <p:ph type="title"/>
          </p:nvPr>
        </p:nvSpPr>
        <p:spPr>
          <a:xfrm>
            <a:off x="777240" y="292608"/>
            <a:ext cx="10637520" cy="96012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0000"/>
              </a:lnSpc>
              <a:spcBef>
                <a:spcPts val="0"/>
              </a:spcBef>
              <a:buNone/>
              <a:defRPr sz="30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短いラベル</a:t>
            </a:r>
          </a:p>
        </p:txBody>
      </p:sp>
      <p:sp>
        <p:nvSpPr>
          <p:cNvPr id="5" name="画像"/>
          <p:cNvSpPr>
            <a:spLocks noGrp="1"/>
          </p:cNvSpPr>
          <p:nvPr>
            <p:ph type="pic" sz="quarter" idx="17"/>
          </p:nvPr>
        </p:nvSpPr>
        <p:spPr>
          <a:xfrm>
            <a:off x="777240" y="1645920"/>
            <a:ext cx="10637520" cy="4206240"/>
          </a:xfrm>
          <a:prstGeom prst="rect">
            <a:avLst/>
          </a:prstGeom>
          <a:solidFill>
            <a:srgbClr val="F7F5EF"/>
          </a:solidFill>
        </p:spPr>
        <p:txBody>
          <a:bodyPr vert="horz" wrap="square" lIns="0" tIns="0" rIns="0" bIns="0" rtlCol="0" anchor="ctr">
            <a:normAutofit/>
          </a:bodyPr>
          <a:lstStyle>
            <a:lvl1pPr marL="0" indent="0" algn="ctr" eaLnBrk="1" latinLnBrk="0" hangingPunct="1">
              <a:lnSpc>
                <a:spcPct val="115000"/>
              </a:lnSpc>
              <a:spcBef>
                <a:spcPts val="0"/>
              </a:spcBef>
              <a:buNone/>
              <a:defRPr sz="14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図・スクショ</a:t>
            </a:r>
          </a:p>
        </p:txBody>
      </p:sp>
      <p:sp>
        <p:nvSpPr>
          <p:cNvPr id="6" name="出典"/>
          <p:cNvSpPr>
            <a:spLocks noGrp="1"/>
          </p:cNvSpPr>
          <p:nvPr>
            <p:ph type="body" sz="quarter" idx="16"/>
          </p:nvPr>
        </p:nvSpPr>
        <p:spPr>
          <a:xfrm>
            <a:off x="777240" y="5943600"/>
            <a:ext cx="9966960" cy="32004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2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出典：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左に図・右に解説">
    <p:bg>
      <p:bgPr>
        <a:solidFill>
          <a:srgbClr val="F1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3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97651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見出し"/>
          <p:cNvSpPr>
            <a:spLocks noGrp="1"/>
          </p:cNvSpPr>
          <p:nvPr>
            <p:ph type="title"/>
          </p:nvPr>
        </p:nvSpPr>
        <p:spPr>
          <a:xfrm>
            <a:off x="777240" y="292608"/>
            <a:ext cx="10637520" cy="96012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0000"/>
              </a:lnSpc>
              <a:spcBef>
                <a:spcPts val="0"/>
              </a:spcBef>
              <a:buNone/>
              <a:defRPr sz="30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見出し</a:t>
            </a:r>
          </a:p>
        </p:txBody>
      </p:sp>
      <p:sp>
        <p:nvSpPr>
          <p:cNvPr id="5" name="画像"/>
          <p:cNvSpPr>
            <a:spLocks noGrp="1"/>
          </p:cNvSpPr>
          <p:nvPr>
            <p:ph type="pic" sz="quarter" idx="17"/>
          </p:nvPr>
        </p:nvSpPr>
        <p:spPr>
          <a:xfrm>
            <a:off x="777240" y="1645920"/>
            <a:ext cx="5989320" cy="4206240"/>
          </a:xfrm>
          <a:prstGeom prst="rect">
            <a:avLst/>
          </a:prstGeom>
          <a:solidFill>
            <a:srgbClr val="F7F5EF"/>
          </a:solidFill>
        </p:spPr>
        <p:txBody>
          <a:bodyPr vert="horz" wrap="square" lIns="0" tIns="0" rIns="0" bIns="0" rtlCol="0" anchor="ctr">
            <a:normAutofit/>
          </a:bodyPr>
          <a:lstStyle>
            <a:lvl1pPr marL="0" indent="0" algn="ctr" eaLnBrk="1" latinLnBrk="0" hangingPunct="1">
              <a:lnSpc>
                <a:spcPct val="115000"/>
              </a:lnSpc>
              <a:spcBef>
                <a:spcPts val="0"/>
              </a:spcBef>
              <a:buNone/>
              <a:defRPr sz="14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図・スクショ</a:t>
            </a:r>
          </a:p>
        </p:txBody>
      </p:sp>
      <p:sp>
        <p:nvSpPr>
          <p:cNvPr id="6" name="右の見出し"/>
          <p:cNvSpPr>
            <a:spLocks noGrp="1"/>
          </p:cNvSpPr>
          <p:nvPr>
            <p:ph type="body" sz="quarter" idx="13"/>
          </p:nvPr>
        </p:nvSpPr>
        <p:spPr>
          <a:xfrm>
            <a:off x="7086600" y="1645920"/>
            <a:ext cx="4328160" cy="50292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22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右カラムの見出し</a:t>
            </a:r>
          </a:p>
        </p:txBody>
      </p:sp>
      <p:sp>
        <p:nvSpPr>
          <p:cNvPr id="7" name="右の見出し罫"/>
          <p:cNvSpPr/>
          <p:nvPr userDrawn="1"/>
        </p:nvSpPr>
        <p:spPr>
          <a:xfrm>
            <a:off x="7086600" y="2212848"/>
            <a:ext cx="4328160" cy="22860"/>
          </a:xfrm>
          <a:prstGeom prst="rect">
            <a:avLst/>
          </a:prstGeom>
          <a:solidFill>
            <a:srgbClr val="29523A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解説"/>
          <p:cNvSpPr>
            <a:spLocks noGrp="1"/>
          </p:cNvSpPr>
          <p:nvPr>
            <p:ph type="body" sz="quarter" idx="1"/>
          </p:nvPr>
        </p:nvSpPr>
        <p:spPr>
          <a:xfrm>
            <a:off x="7086600" y="2423160"/>
            <a:ext cx="4328160" cy="3429000"/>
          </a:xfrm>
        </p:spPr>
        <p:txBody>
          <a:bodyPr vert="horz" wrap="square" lIns="0" tIns="0" rIns="0" bIns="0" rtlCol="0" anchor="t">
            <a:normAutofit/>
          </a:bodyPr>
          <a:lstStyle>
            <a:lvl1pPr marL="400050" indent="-400050" algn="l" eaLnBrk="1" latinLnBrk="0" hangingPunct="1">
              <a:lnSpc>
                <a:spcPct val="130000"/>
              </a:lnSpc>
              <a:spcBef>
                <a:spcPts val="1000"/>
              </a:spcBef>
              <a:buClr>
                <a:srgbClr val="241915"/>
              </a:buClr>
              <a:buFont typeface="Arial"/>
              <a:buChar char="•"/>
              <a:defRPr sz="20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解説</a:t>
            </a:r>
          </a:p>
          <a:p>
            <a:r>
              <a:rPr lang="ja-JP" altLang="en-US"/>
              <a:t>解説</a:t>
            </a:r>
          </a:p>
        </p:txBody>
      </p:sp>
      <p:sp>
        <p:nvSpPr>
          <p:cNvPr id="9" name="出典"/>
          <p:cNvSpPr>
            <a:spLocks noGrp="1"/>
          </p:cNvSpPr>
          <p:nvPr>
            <p:ph type="body" sz="quarter" idx="16"/>
          </p:nvPr>
        </p:nvSpPr>
        <p:spPr>
          <a:xfrm>
            <a:off x="777240" y="5943600"/>
            <a:ext cx="9966960" cy="32004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2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出典：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 プロンプト">
    <p:bg>
      <p:bgPr>
        <a:solidFill>
          <a:srgbClr val="F1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3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97651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見出し"/>
          <p:cNvSpPr>
            <a:spLocks noGrp="1"/>
          </p:cNvSpPr>
          <p:nvPr>
            <p:ph type="title"/>
          </p:nvPr>
        </p:nvSpPr>
        <p:spPr>
          <a:xfrm>
            <a:off x="777240" y="292608"/>
            <a:ext cx="10637520" cy="96012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0000"/>
              </a:lnSpc>
              <a:spcBef>
                <a:spcPts val="0"/>
              </a:spcBef>
              <a:buNone/>
              <a:defRPr sz="30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打ったプロンプト</a:t>
            </a:r>
          </a:p>
        </p:txBody>
      </p:sp>
      <p:sp>
        <p:nvSpPr>
          <p:cNvPr id="5" name="プロンプト枠"/>
          <p:cNvSpPr/>
          <p:nvPr userDrawn="1"/>
        </p:nvSpPr>
        <p:spPr>
          <a:xfrm>
            <a:off x="777240" y="1691640"/>
            <a:ext cx="10637520" cy="406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ラベル"/>
          <p:cNvSpPr>
            <a:spLocks noGrp="1"/>
          </p:cNvSpPr>
          <p:nvPr>
            <p:ph type="body" sz="quarter" idx="13"/>
          </p:nvPr>
        </p:nvSpPr>
        <p:spPr>
          <a:xfrm>
            <a:off x="1188720" y="1874520"/>
            <a:ext cx="5486400" cy="32004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600" b="1" spc="10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原文ママ</a:t>
            </a:r>
          </a:p>
        </p:txBody>
      </p:sp>
      <p:sp>
        <p:nvSpPr>
          <p:cNvPr id="7" name="プロンプト"/>
          <p:cNvSpPr>
            <a:spLocks noGrp="1"/>
          </p:cNvSpPr>
          <p:nvPr>
            <p:ph type="body" sz="quarter" idx="1"/>
          </p:nvPr>
        </p:nvSpPr>
        <p:spPr>
          <a:xfrm>
            <a:off x="1188720" y="2286000"/>
            <a:ext cx="9814560" cy="324612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l" eaLnBrk="1" latinLnBrk="0" hangingPunct="1">
              <a:lnSpc>
                <a:spcPct val="150000"/>
              </a:lnSpc>
              <a:spcBef>
                <a:spcPts val="0"/>
              </a:spcBef>
              <a:buNone/>
              <a:defRPr sz="2200" b="0" kern="1200" lang="ja-JP" altLang="en-US">
                <a:solidFill>
                  <a:srgbClr val="241915"/>
                </a:solidFill>
                <a:latin typeface="BIZ UDGothic"/>
                <a:ea typeface="BIZ UDGothic"/>
              </a:defRPr>
            </a:lvl1pPr>
          </a:lstStyle>
          <a:p>
            <a:r>
              <a:rPr lang="ja-JP" altLang="en-US"/>
              <a:t>プロンプト</a:t>
            </a:r>
          </a:p>
        </p:txBody>
      </p:sp>
      <p:sp>
        <p:nvSpPr>
          <p:cNvPr id="8" name="出典"/>
          <p:cNvSpPr>
            <a:spLocks noGrp="1"/>
          </p:cNvSpPr>
          <p:nvPr>
            <p:ph type="body" sz="quarter" idx="16"/>
          </p:nvPr>
        </p:nvSpPr>
        <p:spPr>
          <a:xfrm>
            <a:off x="777240" y="5943600"/>
            <a:ext cx="9966960" cy="32004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2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出典：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比較（Before→After）">
    <p:bg>
      <p:bgPr>
        <a:solidFill>
          <a:srgbClr val="F1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3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97651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見出し"/>
          <p:cNvSpPr>
            <a:spLocks noGrp="1"/>
          </p:cNvSpPr>
          <p:nvPr>
            <p:ph type="title"/>
          </p:nvPr>
        </p:nvSpPr>
        <p:spPr>
          <a:xfrm>
            <a:off x="777240" y="292608"/>
            <a:ext cx="10637520" cy="96012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0000"/>
              </a:lnSpc>
              <a:spcBef>
                <a:spcPts val="0"/>
              </a:spcBef>
              <a:buNone/>
              <a:defRPr sz="30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見出し</a:t>
            </a:r>
          </a:p>
        </p:txBody>
      </p:sp>
      <p:sp>
        <p:nvSpPr>
          <p:cNvPr id="5" name="左ラベル"/>
          <p:cNvSpPr>
            <a:spLocks noGrp="1"/>
          </p:cNvSpPr>
          <p:nvPr>
            <p:ph type="body" sz="quarter" idx="13"/>
          </p:nvPr>
        </p:nvSpPr>
        <p:spPr>
          <a:xfrm>
            <a:off x="777240" y="1645920"/>
            <a:ext cx="4907280" cy="41148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800" b="1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Before</a:t>
            </a:r>
          </a:p>
        </p:txBody>
      </p:sp>
      <p:sp>
        <p:nvSpPr>
          <p:cNvPr id="6" name="左パネル"/>
          <p:cNvSpPr/>
          <p:nvPr userDrawn="1"/>
        </p:nvSpPr>
        <p:spPr>
          <a:xfrm>
            <a:off x="777240" y="2194560"/>
            <a:ext cx="4907280" cy="3611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左の内容"/>
          <p:cNvSpPr>
            <a:spLocks noGrp="1"/>
          </p:cNvSpPr>
          <p:nvPr>
            <p:ph type="body" sz="quarter" idx="1"/>
          </p:nvPr>
        </p:nvSpPr>
        <p:spPr>
          <a:xfrm>
            <a:off x="1097280" y="2423160"/>
            <a:ext cx="4267200" cy="315468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l" eaLnBrk="1" latinLnBrk="0" hangingPunct="1">
              <a:lnSpc>
                <a:spcPct val="145000"/>
              </a:lnSpc>
              <a:spcBef>
                <a:spcPts val="0"/>
              </a:spcBef>
              <a:buNone/>
              <a:defRPr sz="2100" b="0" kern="1200" lang="ja-JP" altLang="en-US">
                <a:solidFill>
                  <a:srgbClr val="241915"/>
                </a:solidFill>
                <a:latin typeface="BIZ UDGothic"/>
                <a:ea typeface="BIZ UDGothic"/>
              </a:defRPr>
            </a:lvl1pPr>
          </a:lstStyle>
          <a:p>
            <a:r>
              <a:rPr lang="ja-JP" altLang="en-US"/>
              <a:t>左の内容</a:t>
            </a:r>
          </a:p>
        </p:txBody>
      </p:sp>
      <p:sp>
        <p:nvSpPr>
          <p:cNvPr id="8" name="三角"/>
          <p:cNvSpPr/>
          <p:nvPr userDrawn="1"/>
        </p:nvSpPr>
        <p:spPr>
          <a:xfrm rot="5400000">
            <a:off x="5958840" y="3749040"/>
            <a:ext cx="292608" cy="502920"/>
          </a:xfrm>
          <a:prstGeom prst="triangle">
            <a:avLst/>
          </a:prstGeom>
          <a:solidFill>
            <a:srgbClr val="C8BAAC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右ラベル"/>
          <p:cNvSpPr>
            <a:spLocks noGrp="1"/>
          </p:cNvSpPr>
          <p:nvPr>
            <p:ph type="body" sz="quarter" idx="14"/>
          </p:nvPr>
        </p:nvSpPr>
        <p:spPr>
          <a:xfrm>
            <a:off x="6507480" y="1645920"/>
            <a:ext cx="4907280" cy="41148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8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After</a:t>
            </a:r>
          </a:p>
        </p:txBody>
      </p:sp>
      <p:sp>
        <p:nvSpPr>
          <p:cNvPr id="10" name="右パネル"/>
          <p:cNvSpPr/>
          <p:nvPr userDrawn="1"/>
        </p:nvSpPr>
        <p:spPr>
          <a:xfrm>
            <a:off x="6507480" y="2194560"/>
            <a:ext cx="4907280" cy="3611880"/>
          </a:xfrm>
          <a:prstGeom prst="rect">
            <a:avLst/>
          </a:prstGeom>
          <a:solidFill>
            <a:srgbClr val="DAE48F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右の内容"/>
          <p:cNvSpPr>
            <a:spLocks noGrp="1"/>
          </p:cNvSpPr>
          <p:nvPr>
            <p:ph type="body" sz="quarter" idx="15"/>
          </p:nvPr>
        </p:nvSpPr>
        <p:spPr>
          <a:xfrm>
            <a:off x="6827520" y="2423160"/>
            <a:ext cx="4267200" cy="315468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l" eaLnBrk="1" latinLnBrk="0" hangingPunct="1">
              <a:lnSpc>
                <a:spcPct val="145000"/>
              </a:lnSpc>
              <a:spcBef>
                <a:spcPts val="0"/>
              </a:spcBef>
              <a:buNone/>
              <a:defRPr sz="2100" b="0" kern="1200" lang="ja-JP" altLang="en-US">
                <a:solidFill>
                  <a:srgbClr val="241915"/>
                </a:solidFill>
                <a:latin typeface="BIZ UDGothic"/>
                <a:ea typeface="BIZ UDGothic"/>
              </a:defRPr>
            </a:lvl1pPr>
          </a:lstStyle>
          <a:p>
            <a:r>
              <a:rPr lang="ja-JP" altLang="en-US"/>
              <a:t>右の内容</a:t>
            </a:r>
          </a:p>
        </p:txBody>
      </p:sp>
      <p:sp>
        <p:nvSpPr>
          <p:cNvPr id="12" name="出典"/>
          <p:cNvSpPr>
            <a:spLocks noGrp="1"/>
          </p:cNvSpPr>
          <p:nvPr>
            <p:ph type="body" sz="quarter" idx="16"/>
          </p:nvPr>
        </p:nvSpPr>
        <p:spPr>
          <a:xfrm>
            <a:off x="777240" y="5943600"/>
            <a:ext cx="9966960" cy="32004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2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出典：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見出しのみ（表・矢羽・図解）">
    <p:bg>
      <p:bgPr>
        <a:solidFill>
          <a:srgbClr val="F1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3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97651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見出し"/>
          <p:cNvSpPr>
            <a:spLocks noGrp="1"/>
          </p:cNvSpPr>
          <p:nvPr>
            <p:ph type="title"/>
          </p:nvPr>
        </p:nvSpPr>
        <p:spPr>
          <a:xfrm>
            <a:off x="777240" y="292608"/>
            <a:ext cx="10637520" cy="96012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0000"/>
              </a:lnSpc>
              <a:spcBef>
                <a:spcPts val="0"/>
              </a:spcBef>
              <a:buNone/>
              <a:defRPr sz="30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見出し</a:t>
            </a:r>
          </a:p>
        </p:txBody>
      </p:sp>
      <p:sp>
        <p:nvSpPr>
          <p:cNvPr id="5" name="出典"/>
          <p:cNvSpPr>
            <a:spLocks noGrp="1"/>
          </p:cNvSpPr>
          <p:nvPr>
            <p:ph type="body" sz="quarter" idx="16"/>
          </p:nvPr>
        </p:nvSpPr>
        <p:spPr>
          <a:xfrm>
            <a:off x="777240" y="5943600"/>
            <a:ext cx="9966960" cy="32004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2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出典：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 大きい数字">
    <p:bg>
      <p:bgPr>
        <a:solidFill>
          <a:srgbClr val="F1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3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97651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見出し"/>
          <p:cNvSpPr>
            <a:spLocks noGrp="1"/>
          </p:cNvSpPr>
          <p:nvPr>
            <p:ph type="title"/>
          </p:nvPr>
        </p:nvSpPr>
        <p:spPr>
          <a:xfrm>
            <a:off x="777240" y="292608"/>
            <a:ext cx="10637520" cy="96012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0000"/>
              </a:lnSpc>
              <a:spcBef>
                <a:spcPts val="0"/>
              </a:spcBef>
              <a:buNone/>
              <a:defRPr sz="30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見出し</a:t>
            </a:r>
          </a:p>
        </p:txBody>
      </p:sp>
      <p:sp>
        <p:nvSpPr>
          <p:cNvPr id="5" name="数字1"/>
          <p:cNvSpPr>
            <a:spLocks noGrp="1"/>
          </p:cNvSpPr>
          <p:nvPr>
            <p:ph type="body" sz="quarter" idx="20"/>
          </p:nvPr>
        </p:nvSpPr>
        <p:spPr>
          <a:xfrm>
            <a:off x="777240" y="1737360"/>
            <a:ext cx="5044440" cy="228600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00000"/>
              </a:lnSpc>
              <a:spcBef>
                <a:spcPts val="0"/>
              </a:spcBef>
              <a:buNone/>
              <a:defRPr sz="96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72%</a:t>
            </a:r>
          </a:p>
        </p:txBody>
      </p:sp>
      <p:sp>
        <p:nvSpPr>
          <p:cNvPr id="6" name="説明1"/>
          <p:cNvSpPr>
            <a:spLocks noGrp="1"/>
          </p:cNvSpPr>
          <p:nvPr>
            <p:ph type="body" sz="quarter" idx="30"/>
          </p:nvPr>
        </p:nvSpPr>
        <p:spPr>
          <a:xfrm>
            <a:off x="777240" y="4206240"/>
            <a:ext cx="5044440" cy="137160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 eaLnBrk="1" latinLnBrk="0" hangingPunct="1">
              <a:lnSpc>
                <a:spcPct val="135000"/>
              </a:lnSpc>
              <a:spcBef>
                <a:spcPts val="0"/>
              </a:spcBef>
              <a:buNone/>
              <a:defRPr sz="22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何の数字か</a:t>
            </a:r>
          </a:p>
        </p:txBody>
      </p:sp>
      <p:sp>
        <p:nvSpPr>
          <p:cNvPr id="7" name="数字2"/>
          <p:cNvSpPr>
            <a:spLocks noGrp="1"/>
          </p:cNvSpPr>
          <p:nvPr>
            <p:ph type="body" sz="quarter" idx="21"/>
          </p:nvPr>
        </p:nvSpPr>
        <p:spPr>
          <a:xfrm>
            <a:off x="6370320" y="1737360"/>
            <a:ext cx="5044440" cy="228600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00000"/>
              </a:lnSpc>
              <a:spcBef>
                <a:spcPts val="0"/>
              </a:spcBef>
              <a:buNone/>
              <a:defRPr sz="96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72%</a:t>
            </a:r>
          </a:p>
        </p:txBody>
      </p:sp>
      <p:sp>
        <p:nvSpPr>
          <p:cNvPr id="8" name="説明2"/>
          <p:cNvSpPr>
            <a:spLocks noGrp="1"/>
          </p:cNvSpPr>
          <p:nvPr>
            <p:ph type="body" sz="quarter" idx="31"/>
          </p:nvPr>
        </p:nvSpPr>
        <p:spPr>
          <a:xfrm>
            <a:off x="6370320" y="4206240"/>
            <a:ext cx="5044440" cy="137160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 eaLnBrk="1" latinLnBrk="0" hangingPunct="1">
              <a:lnSpc>
                <a:spcPct val="135000"/>
              </a:lnSpc>
              <a:spcBef>
                <a:spcPts val="0"/>
              </a:spcBef>
              <a:buNone/>
              <a:defRPr sz="22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何の数字か</a:t>
            </a:r>
          </a:p>
        </p:txBody>
      </p:sp>
      <p:sp>
        <p:nvSpPr>
          <p:cNvPr id="9" name="出典"/>
          <p:cNvSpPr>
            <a:spLocks noGrp="1"/>
          </p:cNvSpPr>
          <p:nvPr>
            <p:ph type="body" sz="quarter" idx="16"/>
          </p:nvPr>
        </p:nvSpPr>
        <p:spPr>
          <a:xfrm>
            <a:off x="777240" y="5943600"/>
            <a:ext cx="9966960" cy="32004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2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出典：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 問いかけ">
    <p:bg>
      <p:bgPr>
        <a:solidFill>
          <a:srgbClr val="F1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3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97651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はてな"/>
          <p:cNvSpPr txBox="1"/>
          <p:nvPr userDrawn="1"/>
        </p:nvSpPr>
        <p:spPr>
          <a:xfrm>
            <a:off x="777240" y="1097280"/>
            <a:ext cx="2377440" cy="4389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22000" b="1" altLang="en-US">
                <a:solidFill>
                  <a:srgbClr val="D97651"/>
                </a:solidFill>
              </a:rPr>
              <a:t>?</a:t>
            </a:r>
          </a:p>
        </p:txBody>
      </p:sp>
      <p:sp>
        <p:nvSpPr>
          <p:cNvPr id="5" name="問い"/>
          <p:cNvSpPr>
            <a:spLocks noGrp="1"/>
          </p:cNvSpPr>
          <p:nvPr>
            <p:ph type="title"/>
          </p:nvPr>
        </p:nvSpPr>
        <p:spPr>
          <a:xfrm>
            <a:off x="3520440" y="1280160"/>
            <a:ext cx="7894320" cy="310896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l" eaLnBrk="1" latinLnBrk="0" hangingPunct="1">
              <a:lnSpc>
                <a:spcPct val="130000"/>
              </a:lnSpc>
              <a:spcBef>
                <a:spcPts val="0"/>
              </a:spcBef>
              <a:buNone/>
              <a:defRPr sz="44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問いかけ？</a:t>
            </a:r>
          </a:p>
        </p:txBody>
      </p:sp>
      <p:sp>
        <p:nvSpPr>
          <p:cNvPr id="6" name="ひとこと"/>
          <p:cNvSpPr>
            <a:spLocks noGrp="1"/>
          </p:cNvSpPr>
          <p:nvPr>
            <p:ph type="body" sz="quarter" idx="1"/>
          </p:nvPr>
        </p:nvSpPr>
        <p:spPr>
          <a:xfrm>
            <a:off x="3520440" y="4572000"/>
            <a:ext cx="7894320" cy="109728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 eaLnBrk="1" latinLnBrk="0" hangingPunct="1">
              <a:lnSpc>
                <a:spcPct val="135000"/>
              </a:lnSpc>
              <a:spcBef>
                <a:spcPts val="0"/>
              </a:spcBef>
              <a:buNone/>
              <a:defRPr sz="22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考え方のヒント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 ワーク">
    <p:bg>
      <p:bgPr>
        <a:solidFill>
          <a:srgbClr val="F1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3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97651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見出し"/>
          <p:cNvSpPr>
            <a:spLocks noGrp="1"/>
          </p:cNvSpPr>
          <p:nvPr>
            <p:ph type="title"/>
          </p:nvPr>
        </p:nvSpPr>
        <p:spPr>
          <a:xfrm>
            <a:off x="777240" y="292608"/>
            <a:ext cx="6766560" cy="96012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0000"/>
              </a:lnSpc>
              <a:spcBef>
                <a:spcPts val="0"/>
              </a:spcBef>
              <a:buNone/>
              <a:defRPr sz="30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お題</a:t>
            </a:r>
          </a:p>
        </p:txBody>
      </p:sp>
      <p:sp>
        <p:nvSpPr>
          <p:cNvPr id="5" name="手順"/>
          <p:cNvSpPr>
            <a:spLocks noGrp="1"/>
          </p:cNvSpPr>
          <p:nvPr>
            <p:ph type="body" sz="quarter" idx="1"/>
          </p:nvPr>
        </p:nvSpPr>
        <p:spPr>
          <a:xfrm>
            <a:off x="777240" y="1783080"/>
            <a:ext cx="6583680" cy="4023360"/>
          </a:xfrm>
        </p:spPr>
        <p:txBody>
          <a:bodyPr vert="horz" wrap="square" lIns="0" tIns="0" rIns="0" bIns="0" rtlCol="0" anchor="t">
            <a:normAutofit/>
          </a:bodyPr>
          <a:lstStyle>
            <a:lvl1pPr marL="571500" indent="-571500" algn="l" eaLnBrk="1" latinLnBrk="0" hangingPunct="1">
              <a:lnSpc>
                <a:spcPct val="130000"/>
              </a:lnSpc>
              <a:spcBef>
                <a:spcPts val="1400"/>
              </a:spcBef>
              <a:buClr>
                <a:srgbClr val="29523A"/>
              </a:buClr>
              <a:buFont typeface="+mj-lt"/>
              <a:buAutoNum type="arabicPeriod"/>
              <a:defRPr sz="24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手順1</a:t>
            </a:r>
          </a:p>
          <a:p>
            <a:r>
              <a:rPr lang="ja-JP" altLang="en-US"/>
              <a:t>手順2</a:t>
            </a:r>
          </a:p>
          <a:p>
            <a:r>
              <a:rPr lang="ja-JP" altLang="en-US"/>
              <a:t>手順3</a:t>
            </a:r>
          </a:p>
        </p:txBody>
      </p:sp>
      <p:sp>
        <p:nvSpPr>
          <p:cNvPr id="6" name="タイムカード"/>
          <p:cNvSpPr/>
          <p:nvPr userDrawn="1"/>
        </p:nvSpPr>
        <p:spPr>
          <a:xfrm>
            <a:off x="8001000" y="1691640"/>
            <a:ext cx="3413760" cy="4114800"/>
          </a:xfrm>
          <a:prstGeom prst="rect">
            <a:avLst/>
          </a:prstGeom>
          <a:solidFill>
            <a:srgbClr val="29523A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ラベル"/>
          <p:cNvSpPr>
            <a:spLocks noGrp="1"/>
          </p:cNvSpPr>
          <p:nvPr>
            <p:ph type="body" sz="quarter" idx="13"/>
          </p:nvPr>
        </p:nvSpPr>
        <p:spPr>
          <a:xfrm>
            <a:off x="8001000" y="1965960"/>
            <a:ext cx="3413760" cy="36576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ctr" eaLnBrk="1" latinLnBrk="0" hangingPunct="1">
              <a:lnSpc>
                <a:spcPct val="115000"/>
              </a:lnSpc>
              <a:spcBef>
                <a:spcPts val="0"/>
              </a:spcBef>
              <a:buNone/>
              <a:defRPr sz="1600" b="1" spc="300" kern="1200" lang="ja-JP" altLang="en-US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WORK</a:t>
            </a:r>
          </a:p>
        </p:txBody>
      </p:sp>
      <p:sp>
        <p:nvSpPr>
          <p:cNvPr id="8" name="時間"/>
          <p:cNvSpPr>
            <a:spLocks noGrp="1"/>
          </p:cNvSpPr>
          <p:nvPr>
            <p:ph type="body" sz="quarter" idx="14"/>
          </p:nvPr>
        </p:nvSpPr>
        <p:spPr>
          <a:xfrm>
            <a:off x="8001000" y="2468880"/>
            <a:ext cx="3413760" cy="160020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ct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0000" b="1" kern="1200" lang="ja-JP" altLang="en-US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10</a:t>
            </a:r>
          </a:p>
        </p:txBody>
      </p:sp>
      <p:sp>
        <p:nvSpPr>
          <p:cNvPr id="9" name="単位"/>
          <p:cNvSpPr>
            <a:spLocks noGrp="1"/>
          </p:cNvSpPr>
          <p:nvPr>
            <p:ph type="body" sz="quarter" idx="15"/>
          </p:nvPr>
        </p:nvSpPr>
        <p:spPr>
          <a:xfrm>
            <a:off x="8001000" y="4069080"/>
            <a:ext cx="3413760" cy="45720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ctr" eaLnBrk="1" latinLnBrk="0" hangingPunct="1">
              <a:lnSpc>
                <a:spcPct val="115000"/>
              </a:lnSpc>
              <a:spcBef>
                <a:spcPts val="0"/>
              </a:spcBef>
              <a:buNone/>
              <a:defRPr sz="2400" b="0" kern="1200" lang="ja-JP" altLang="en-US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分</a:t>
            </a:r>
          </a:p>
        </p:txBody>
      </p:sp>
      <p:sp>
        <p:nvSpPr>
          <p:cNvPr id="10" name="進め方"/>
          <p:cNvSpPr>
            <a:spLocks noGrp="1"/>
          </p:cNvSpPr>
          <p:nvPr>
            <p:ph type="body" sz="quarter" idx="18"/>
          </p:nvPr>
        </p:nvSpPr>
        <p:spPr>
          <a:xfrm>
            <a:off x="8229600" y="4800600"/>
            <a:ext cx="2956560" cy="68580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ctr" eaLnBrk="1" latinLnBrk="0" hangingPunct="1">
              <a:lnSpc>
                <a:spcPct val="120000"/>
              </a:lnSpc>
              <a:spcBef>
                <a:spcPts val="0"/>
              </a:spcBef>
              <a:buNone/>
              <a:defRPr sz="1800" b="1" kern="1200" lang="ja-JP" altLang="en-US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個人ワーク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 Q&amp;A">
    <p:bg>
      <p:bgPr>
        <a:solidFill>
          <a:srgbClr val="F1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3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97651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質問"/>
          <p:cNvSpPr>
            <a:spLocks noGrp="1"/>
          </p:cNvSpPr>
          <p:nvPr>
            <p:ph type="title"/>
          </p:nvPr>
        </p:nvSpPr>
        <p:spPr>
          <a:xfrm>
            <a:off x="777240" y="1005840"/>
            <a:ext cx="10637520" cy="256032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ctr" eaLnBrk="1" latinLnBrk="0" hangingPunct="1">
              <a:lnSpc>
                <a:spcPct val="125000"/>
              </a:lnSpc>
              <a:spcBef>
                <a:spcPts val="0"/>
              </a:spcBef>
              <a:buNone/>
              <a:defRPr sz="40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Q. 質問</a:t>
            </a:r>
          </a:p>
        </p:txBody>
      </p:sp>
      <p:sp>
        <p:nvSpPr>
          <p:cNvPr id="5" name="回答"/>
          <p:cNvSpPr>
            <a:spLocks noGrp="1"/>
          </p:cNvSpPr>
          <p:nvPr>
            <p:ph type="body" sz="quarter" idx="1"/>
          </p:nvPr>
        </p:nvSpPr>
        <p:spPr>
          <a:xfrm>
            <a:off x="777240" y="4069080"/>
            <a:ext cx="10637520" cy="173736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ctr" eaLnBrk="1" latinLnBrk="0" hangingPunct="1">
              <a:lnSpc>
                <a:spcPct val="140000"/>
              </a:lnSpc>
              <a:spcBef>
                <a:spcPts val="0"/>
              </a:spcBef>
              <a:buNone/>
              <a:defRPr sz="24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A. 回答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 講師紹介">
    <p:bg>
      <p:bgPr>
        <a:solidFill>
          <a:srgbClr val="F1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3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97651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見出し"/>
          <p:cNvSpPr>
            <a:spLocks noGrp="1"/>
          </p:cNvSpPr>
          <p:nvPr>
            <p:ph type="title"/>
          </p:nvPr>
        </p:nvSpPr>
        <p:spPr>
          <a:xfrm>
            <a:off x="777240" y="292608"/>
            <a:ext cx="10637520" cy="96012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0000"/>
              </a:lnSpc>
              <a:spcBef>
                <a:spcPts val="0"/>
              </a:spcBef>
              <a:buNone/>
              <a:defRPr sz="30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講師紹介</a:t>
            </a:r>
          </a:p>
        </p:txBody>
      </p:sp>
      <p:sp>
        <p:nvSpPr>
          <p:cNvPr id="5" name="写真"/>
          <p:cNvSpPr>
            <a:spLocks noGrp="1"/>
          </p:cNvSpPr>
          <p:nvPr>
            <p:ph type="pic" sz="quarter" idx="17"/>
          </p:nvPr>
        </p:nvSpPr>
        <p:spPr>
          <a:xfrm>
            <a:off x="777240" y="1645920"/>
            <a:ext cx="3246120" cy="4206240"/>
          </a:xfrm>
          <a:prstGeom prst="rect">
            <a:avLst/>
          </a:prstGeom>
          <a:solidFill>
            <a:srgbClr val="F7F5EF"/>
          </a:solidFill>
        </p:spPr>
        <p:txBody>
          <a:bodyPr vert="horz" wrap="square" lIns="0" tIns="0" rIns="0" bIns="0" rtlCol="0" anchor="ctr">
            <a:normAutofit/>
          </a:bodyPr>
          <a:lstStyle>
            <a:lvl1pPr marL="0" indent="0" algn="ctr" eaLnBrk="1" latinLnBrk="0" hangingPunct="1">
              <a:lnSpc>
                <a:spcPct val="115000"/>
              </a:lnSpc>
              <a:spcBef>
                <a:spcPts val="0"/>
              </a:spcBef>
              <a:buNone/>
              <a:defRPr sz="14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写真</a:t>
            </a:r>
          </a:p>
        </p:txBody>
      </p:sp>
      <p:sp>
        <p:nvSpPr>
          <p:cNvPr id="6" name="名前"/>
          <p:cNvSpPr>
            <a:spLocks noGrp="1"/>
          </p:cNvSpPr>
          <p:nvPr>
            <p:ph type="body" sz="quarter" idx="13"/>
          </p:nvPr>
        </p:nvSpPr>
        <p:spPr>
          <a:xfrm>
            <a:off x="4434840" y="1645920"/>
            <a:ext cx="6979920" cy="54864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28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名前</a:t>
            </a:r>
          </a:p>
        </p:txBody>
      </p:sp>
      <p:sp>
        <p:nvSpPr>
          <p:cNvPr id="7" name="肩書"/>
          <p:cNvSpPr>
            <a:spLocks noGrp="1"/>
          </p:cNvSpPr>
          <p:nvPr>
            <p:ph type="body" sz="quarter" idx="14"/>
          </p:nvPr>
        </p:nvSpPr>
        <p:spPr>
          <a:xfrm>
            <a:off x="4434840" y="2240280"/>
            <a:ext cx="6979920" cy="41148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8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肩書</a:t>
            </a:r>
          </a:p>
        </p:txBody>
      </p:sp>
      <p:sp>
        <p:nvSpPr>
          <p:cNvPr id="8" name="経歴"/>
          <p:cNvSpPr>
            <a:spLocks noGrp="1"/>
          </p:cNvSpPr>
          <p:nvPr>
            <p:ph type="body" sz="quarter" idx="1"/>
          </p:nvPr>
        </p:nvSpPr>
        <p:spPr>
          <a:xfrm>
            <a:off x="4434840" y="2834640"/>
            <a:ext cx="6979920" cy="3017520"/>
          </a:xfrm>
        </p:spPr>
        <p:txBody>
          <a:bodyPr vert="horz" wrap="square" lIns="0" tIns="0" rIns="0" bIns="0" rtlCol="0" anchor="t">
            <a:normAutofit/>
          </a:bodyPr>
          <a:lstStyle>
            <a:lvl1pPr marL="400050" indent="-400050" algn="l" eaLnBrk="1" latinLnBrk="0" hangingPunct="1">
              <a:lnSpc>
                <a:spcPct val="125000"/>
              </a:lnSpc>
              <a:spcBef>
                <a:spcPts val="600"/>
              </a:spcBef>
              <a:buClr>
                <a:srgbClr val="241915"/>
              </a:buClr>
              <a:buFont typeface="Arial"/>
              <a:buChar char="•"/>
              <a:defRPr sz="18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経歴</a:t>
            </a:r>
          </a:p>
          <a:p>
            <a:r>
              <a:rPr lang="ja-JP" altLang="en-US"/>
              <a:t>経歴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 箇条書き">
    <p:bg>
      <p:bgPr>
        <a:solidFill>
          <a:srgbClr val="F1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3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97651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見出し"/>
          <p:cNvSpPr>
            <a:spLocks noGrp="1"/>
          </p:cNvSpPr>
          <p:nvPr>
            <p:ph type="title"/>
          </p:nvPr>
        </p:nvSpPr>
        <p:spPr>
          <a:xfrm>
            <a:off x="777240" y="292608"/>
            <a:ext cx="10637520" cy="96012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0000"/>
              </a:lnSpc>
              <a:spcBef>
                <a:spcPts val="0"/>
              </a:spcBef>
              <a:buNone/>
              <a:defRPr sz="30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見出し</a:t>
            </a:r>
          </a:p>
        </p:txBody>
      </p:sp>
      <p:sp>
        <p:nvSpPr>
          <p:cNvPr id="5" name="本文"/>
          <p:cNvSpPr>
            <a:spLocks noGrp="1"/>
          </p:cNvSpPr>
          <p:nvPr>
            <p:ph type="body" sz="quarter" idx="1"/>
          </p:nvPr>
        </p:nvSpPr>
        <p:spPr>
          <a:xfrm>
            <a:off x="777240" y="1737360"/>
            <a:ext cx="10637520" cy="4069080"/>
          </a:xfrm>
        </p:spPr>
        <p:txBody>
          <a:bodyPr vert="horz" wrap="square" lIns="0" tIns="0" rIns="0" bIns="0" rtlCol="0" anchor="t">
            <a:normAutofit/>
          </a:bodyPr>
          <a:lstStyle>
            <a:lvl1pPr marL="400050" indent="-400050" algn="l" eaLnBrk="1" latinLnBrk="0" hangingPunct="1">
              <a:lnSpc>
                <a:spcPct val="130000"/>
              </a:lnSpc>
              <a:spcBef>
                <a:spcPts val="1400"/>
              </a:spcBef>
              <a:buClr>
                <a:srgbClr val="29523A"/>
              </a:buClr>
              <a:buFont typeface="Arial"/>
              <a:buChar char="•"/>
              <a:defRPr sz="24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項目</a:t>
            </a:r>
          </a:p>
          <a:p>
            <a:r>
              <a:rPr lang="ja-JP" altLang="en-US"/>
              <a:t>項目</a:t>
            </a:r>
          </a:p>
          <a:p>
            <a:r>
              <a:rPr lang="ja-JP" altLang="en-US"/>
              <a:t>項目</a:t>
            </a:r>
          </a:p>
        </p:txBody>
      </p:sp>
      <p:sp>
        <p:nvSpPr>
          <p:cNvPr id="6" name="出典"/>
          <p:cNvSpPr>
            <a:spLocks noGrp="1"/>
          </p:cNvSpPr>
          <p:nvPr>
            <p:ph type="body" sz="quarter" idx="16"/>
          </p:nvPr>
        </p:nvSpPr>
        <p:spPr>
          <a:xfrm>
            <a:off x="777240" y="5943600"/>
            <a:ext cx="9966960" cy="32004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2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出典：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 終了">
    <p:bg>
      <p:bgPr>
        <a:solidFill>
          <a:srgbClr val="295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ロックアップ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07280" y="640080"/>
            <a:ext cx="2377440" cy="1690954"/>
          </a:xfrm>
          <a:prstGeom prst="rect">
            <a:avLst/>
          </a:prstGeom>
        </p:spPr>
      </p:pic>
      <p:sp>
        <p:nvSpPr>
          <p:cNvPr id="3" name="タイトル"/>
          <p:cNvSpPr>
            <a:spLocks noGrp="1"/>
          </p:cNvSpPr>
          <p:nvPr>
            <p:ph type="title"/>
          </p:nvPr>
        </p:nvSpPr>
        <p:spPr>
          <a:xfrm>
            <a:off x="822960" y="2880360"/>
            <a:ext cx="10546080" cy="100584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ctr" eaLnBrk="1" latinLnBrk="0" hangingPunct="1">
              <a:lnSpc>
                <a:spcPct val="115000"/>
              </a:lnSpc>
              <a:spcBef>
                <a:spcPts val="0"/>
              </a:spcBef>
              <a:buNone/>
              <a:defRPr sz="4800" b="1" kern="1200" lang="ja-JP" altLang="en-US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ありがとうございました</a:t>
            </a:r>
          </a:p>
        </p:txBody>
      </p:sp>
      <p:sp>
        <p:nvSpPr>
          <p:cNvPr id="4" name="ひとこと"/>
          <p:cNvSpPr>
            <a:spLocks noGrp="1"/>
          </p:cNvSpPr>
          <p:nvPr>
            <p:ph type="body" sz="quarter" idx="1"/>
          </p:nvPr>
        </p:nvSpPr>
        <p:spPr>
          <a:xfrm>
            <a:off x="822960" y="3977640"/>
            <a:ext cx="10546080" cy="73152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ctr" eaLnBrk="1" latinLnBrk="0" hangingPunct="1">
              <a:lnSpc>
                <a:spcPct val="115000"/>
              </a:lnSpc>
              <a:spcBef>
                <a:spcPts val="0"/>
              </a:spcBef>
              <a:buNone/>
              <a:defRPr sz="2200" b="0" kern="1200" lang="ja-JP" altLang="en-US">
                <a:solidFill>
                  <a:srgbClr val="F1F0E7"/>
                </a:solidFill>
              </a:defRPr>
            </a:lvl1pPr>
          </a:lstStyle>
          <a:p>
            <a:r>
              <a:rPr lang="ja-JP" altLang="en-US"/>
              <a:t>ひとこと</a:t>
            </a:r>
          </a:p>
        </p:txBody>
      </p:sp>
      <p:sp>
        <p:nvSpPr>
          <p:cNvPr id="5" name="次回"/>
          <p:cNvSpPr>
            <a:spLocks noGrp="1"/>
          </p:cNvSpPr>
          <p:nvPr>
            <p:ph type="body" sz="quarter" idx="14"/>
          </p:nvPr>
        </p:nvSpPr>
        <p:spPr>
          <a:xfrm>
            <a:off x="822960" y="5212080"/>
            <a:ext cx="10546080" cy="73152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ctr" eaLnBrk="1" latinLnBrk="0" hangingPunct="1">
              <a:lnSpc>
                <a:spcPct val="130000"/>
              </a:lnSpc>
              <a:spcBef>
                <a:spcPts val="0"/>
              </a:spcBef>
              <a:buNone/>
              <a:defRPr sz="1800" b="1" kern="1200" lang="ja-JP" altLang="en-US">
                <a:solidFill>
                  <a:srgbClr val="DAE48F"/>
                </a:solidFill>
              </a:defRPr>
            </a:lvl1pPr>
          </a:lstStyle>
          <a:p>
            <a:r>
              <a:rPr lang="ja-JP" altLang="en-US"/>
              <a:t>次回のご案内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/>
          <p:cNvSpPr>
            <a:spLocks noGrp="1"/>
          </p:cNvSpPr>
          <p:nvPr>
            <p:ph type="title"/>
          </p:nvPr>
        </p:nvSpPr>
        <p:spPr>
          <a:xfrm>
            <a:off x="777240" y="292608"/>
            <a:ext cx="10637520" cy="960120"/>
          </a:xfrm>
        </p:spPr>
        <p:txBody>
          <a:bodyPr lIns="0" tIns="0" rIns="0" bIns="0" anchor="t">
            <a:normAutofit/>
          </a:bodyPr>
          <a:lstStyle/>
          <a:p>
            <a:r>
              <a:rPr lang="ja-JP" altLang="en-US"/>
              <a:t>タイトル</a:t>
            </a:r>
          </a:p>
        </p:txBody>
      </p:sp>
      <p:sp>
        <p:nvSpPr>
          <p:cNvPr id="3" name="本文"/>
          <p:cNvSpPr>
            <a:spLocks noGrp="1"/>
          </p:cNvSpPr>
          <p:nvPr>
            <p:ph type="body" idx="1"/>
          </p:nvPr>
        </p:nvSpPr>
        <p:spPr>
          <a:xfrm>
            <a:off x="777240" y="1737360"/>
            <a:ext cx="10637520" cy="4069080"/>
          </a:xfrm>
        </p:spPr>
        <p:txBody>
          <a:bodyPr lIns="0" tIns="0" rIns="0" bIns="0" anchor="t">
            <a:normAutofit/>
          </a:bodyPr>
          <a:lstStyle/>
          <a:p>
            <a:r>
              <a:rPr lang="ja-JP" altLang="en-US"/>
              <a:t>本文</a:t>
            </a:r>
          </a:p>
        </p:txBody>
      </p:sp>
      <p:sp>
        <p:nvSpPr>
          <p:cNvPr id="4" name="スライド番号"/>
          <p:cNvSpPr>
            <a:spLocks noGrp="1"/>
          </p:cNvSpPr>
          <p:nvPr>
            <p:ph type="sldNum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/>
          <a:p>
            <a:fld id="{B6F15528-21DE-4FAA-801E-634DDDAF4B2B}" type="slidenum">
              <a:rPr lang="ja-JP" altLang="en-US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txStyles>
    <p:titleStyle>
      <a:lvl1pPr algn="l" rtl="0" eaLnBrk="1" latinLnBrk="0" hangingPunct="1">
        <a:lnSpc>
          <a:spcPct val="115000"/>
        </a:lnSpc>
        <a:spcBef>
          <a:spcPct val="0"/>
        </a:spcBef>
        <a:buNone/>
        <a:defRPr sz="3000" b="1" kern="1200" lang="ja-JP" altLang="en-US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eaLnBrk="1" latinLnBrk="0" hangingPunct="1">
        <a:lnSpc>
          <a:spcPct val="130000"/>
        </a:lnSpc>
        <a:spcBef>
          <a:spcPts val="600"/>
        </a:spcBef>
        <a:buNone/>
        <a:defRPr sz="2400" kern="1200" lang="ja-JP" altLang="en-US">
          <a:solidFill>
            <a:schemeClr val="tx1"/>
          </a:solidFill>
          <a:latin typeface="+mn-lt"/>
          <a:ea typeface="+mn-ea"/>
          <a:cs typeface="+mn-cs"/>
        </a:defRPr>
      </a:lvl1pPr>
      <a:lvl2pPr marL="400050" indent="0" algn="l" eaLnBrk="1" latinLnBrk="0" hangingPunct="1">
        <a:lnSpc>
          <a:spcPct val="130000"/>
        </a:lnSpc>
        <a:spcBef>
          <a:spcPts val="600"/>
        </a:spcBef>
        <a:buNone/>
        <a:defRPr sz="2200" kern="1200" lang="ja-JP" altLang="en-US">
          <a:solidFill>
            <a:schemeClr val="tx1"/>
          </a:solidFill>
          <a:latin typeface="+mn-lt"/>
          <a:ea typeface="+mn-ea"/>
          <a:cs typeface="+mn-cs"/>
        </a:defRPr>
      </a:lvl2pPr>
      <a:lvl3pPr marL="800100" indent="0" algn="l" eaLnBrk="1" latinLnBrk="0" hangingPunct="1">
        <a:lnSpc>
          <a:spcPct val="130000"/>
        </a:lnSpc>
        <a:spcBef>
          <a:spcPts val="600"/>
        </a:spcBef>
        <a:buNone/>
        <a:defRPr sz="2000" kern="1200" lang="ja-JP" altLang="en-US">
          <a:solidFill>
            <a:schemeClr val="tx1"/>
          </a:solidFill>
          <a:latin typeface="+mn-lt"/>
          <a:ea typeface="+mn-ea"/>
          <a:cs typeface="+mn-cs"/>
        </a:defRPr>
      </a:lvl3pPr>
      <a:lvl4pPr marL="1200150" indent="0" algn="l" eaLnBrk="1" latinLnBrk="0" hangingPunct="1">
        <a:lnSpc>
          <a:spcPct val="130000"/>
        </a:lnSpc>
        <a:spcBef>
          <a:spcPts val="600"/>
        </a:spcBef>
        <a:buNone/>
        <a:defRPr sz="2000" kern="1200" lang="ja-JP" altLang="en-US">
          <a:solidFill>
            <a:schemeClr val="tx1"/>
          </a:solidFill>
          <a:latin typeface="+mn-lt"/>
          <a:ea typeface="+mn-ea"/>
          <a:cs typeface="+mn-cs"/>
        </a:defRPr>
      </a:lvl4pPr>
      <a:lvl5pPr marL="1600200" indent="0" algn="l" eaLnBrk="1" latinLnBrk="0" hangingPunct="1">
        <a:lnSpc>
          <a:spcPct val="130000"/>
        </a:lnSpc>
        <a:spcBef>
          <a:spcPts val="600"/>
        </a:spcBef>
        <a:buNone/>
        <a:defRPr sz="2000" kern="1200" lang="ja-JP" altLang="en-US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ja-JP" altLang="en-US"/>
      </a:defPPr>
      <a:lvl1pPr marL="0" algn="l" rtl="0" eaLnBrk="1" latinLnBrk="0" hangingPunct="1">
        <a:defRPr sz="1800" kern="1200" lang="ja-JP" altLang="en-US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AI木曜会 実演講座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Claude Code講座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上級・業務設計編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照合・分析・並列レビュー  |  臼井拓水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lang="ja-JP" altLang="en-US">
                <a:solidFill>
                  <a:srgbClr val="29523A"/>
                </a:solidFill>
              </a:rPr>
              <a:t>上級のゴールは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7200" b="1" lang="ja-JP" altLang="en-US">
                <a:solidFill>
                  <a:srgbClr val="29523A"/>
                </a:solidFill>
              </a:rPr>
              <a:t>判断の根拠を残す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上級編の流れ</a:t>
            </a:r>
          </a:p>
        </p:txBody>
      </p:sp>
      <p:sp>
        <p:nvSpPr>
          <p:cNvPr id="3" name="スライド番号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051560" y="1783080"/>
            <a:ext cx="9144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lang="ja-JP" altLang="en-US">
                <a:solidFill>
                  <a:srgbClr val="29523A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783080"/>
            <a:ext cx="69494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lang="ja-JP" altLang="en-US">
                <a:solidFill>
                  <a:srgbClr val="29523A"/>
                </a:solidFill>
              </a:rPr>
              <a:t>発注・納品・請求を照合する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37320" y="1783080"/>
            <a:ext cx="23774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 lang="ja-JP" altLang="en-US">
                <a:solidFill>
                  <a:srgbClr val="29523A"/>
                </a:solidFill>
              </a:rPr>
              <a:t>35分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9144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lang="ja-JP" altLang="en-US">
                <a:solidFill>
                  <a:srgbClr val="29523A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96312"/>
            <a:ext cx="69494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lang="ja-JP" altLang="en-US">
                <a:solidFill>
                  <a:srgbClr val="29523A"/>
                </a:solidFill>
              </a:rPr>
              <a:t>メールの成果を検証する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37320" y="2496312"/>
            <a:ext cx="23774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 lang="ja-JP" altLang="en-US">
                <a:solidFill>
                  <a:srgbClr val="29523A"/>
                </a:solidFill>
              </a:rPr>
              <a:t>30分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09544"/>
            <a:ext cx="9144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lang="ja-JP" altLang="en-US">
                <a:solidFill>
                  <a:srgbClr val="29523A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209544"/>
            <a:ext cx="69494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lang="ja-JP" altLang="en-US">
                <a:solidFill>
                  <a:srgbClr val="29523A"/>
                </a:solidFill>
              </a:rPr>
              <a:t>並列レビューで判断を深める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37320" y="3209544"/>
            <a:ext cx="23774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 lang="ja-JP" altLang="en-US">
                <a:solidFill>
                  <a:srgbClr val="29523A"/>
                </a:solidFill>
              </a:rPr>
              <a:t>25分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22776"/>
            <a:ext cx="9144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lang="ja-JP" altLang="en-US">
                <a:solidFill>
                  <a:srgbClr val="29523A"/>
                </a:solidFill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922776"/>
            <a:ext cx="69494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lang="ja-JP" altLang="en-US">
                <a:solidFill>
                  <a:srgbClr val="29523A"/>
                </a:solidFill>
              </a:rPr>
              <a:t>導入・再利用・質問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7320" y="3922776"/>
            <a:ext cx="23774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 lang="ja-JP" altLang="en-US">
                <a:solidFill>
                  <a:srgbClr val="29523A"/>
                </a:solidFill>
              </a:rPr>
              <a:t>30分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lang="ja-JP" altLang="en-US">
                <a:solidFill>
                  <a:srgbClr val="29523A"/>
                </a:solidFill>
              </a:rPr>
              <a:t>世の中では、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6600" b="1" lang="ja-JP" altLang="en-US">
                <a:solidFill>
                  <a:srgbClr val="29523A"/>
                </a:solidFill>
              </a:rPr>
              <a:t>業務の手順を任せている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43600"/>
            <a:ext cx="996696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200" lang="ja-JP" altLang="en-US">
                <a:solidFill>
                  <a:srgbClr val="67756A"/>
                </a:solidFill>
              </a:rPr>
              <a:t>S08・S09 / Anthropic公式の実務事例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520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6000" b="1" lang="ja-JP" altLang="en-US">
                <a:solidFill>
                  <a:srgbClr val="FFFFFF"/>
                </a:solidFill>
              </a:rPr>
              <a:t>発注・納品・請求を</a:t>
            </a:r>
            <a:br/>
            <a:r>
              <a:rPr sz="6000" b="1" lang="ja-JP" altLang="en-US">
                <a:solidFill>
                  <a:srgbClr val="FFFFFF"/>
                </a:solidFill>
              </a:rPr>
              <a:t>突き合わせる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請求書だけでは、支払判断ができない</a:t>
            </a:r>
          </a:p>
        </p:txBody>
      </p:sp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Rectangle 4"/>
          <p:cNvSpPr/>
          <p:nvPr/>
        </p:nvSpPr>
        <p:spPr>
          <a:xfrm>
            <a:off x="777240" y="2926080"/>
            <a:ext cx="3180080" cy="1737360"/>
          </a:xfrm>
          <a:prstGeom prst="rect">
            <a:avLst/>
          </a:prstGeom>
          <a:solidFill>
            <a:srgbClr val="E3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290576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lang="ja-JP" altLang="en-US">
                <a:solidFill>
                  <a:srgbClr val="241915"/>
                </a:solidFill>
              </a:rPr>
              <a:t>発注</a:t>
            </a:r>
          </a:p>
        </p:txBody>
      </p:sp>
      <p:sp>
        <p:nvSpPr>
          <p:cNvPr id="7" name="Isosceles Triangle 6"/>
          <p:cNvSpPr/>
          <p:nvPr/>
        </p:nvSpPr>
        <p:spPr>
          <a:xfrm rot="5400000">
            <a:off x="4131056" y="3648456"/>
            <a:ext cx="292608" cy="201168"/>
          </a:xfrm>
          <a:prstGeom prst="triangle">
            <a:avLst/>
          </a:prstGeom>
          <a:solidFill>
            <a:srgbClr val="C8B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05960" y="2926080"/>
            <a:ext cx="3180080" cy="1737360"/>
          </a:xfrm>
          <a:prstGeom prst="rect">
            <a:avLst/>
          </a:prstGeom>
          <a:solidFill>
            <a:srgbClr val="DAD1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3120" y="2926080"/>
            <a:ext cx="290576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lang="ja-JP" altLang="en-US">
                <a:solidFill>
                  <a:srgbClr val="241915"/>
                </a:solidFill>
              </a:rPr>
              <a:t>納品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7859776" y="3648456"/>
            <a:ext cx="292608" cy="201168"/>
          </a:xfrm>
          <a:prstGeom prst="triangle">
            <a:avLst/>
          </a:prstGeom>
          <a:solidFill>
            <a:srgbClr val="C8B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34680" y="2926080"/>
            <a:ext cx="3180080" cy="1737360"/>
          </a:xfrm>
          <a:prstGeom prst="rect">
            <a:avLst/>
          </a:prstGeom>
          <a:solidFill>
            <a:srgbClr val="295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1840" y="2926080"/>
            <a:ext cx="290576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lang="ja-JP" altLang="en-US">
                <a:solidFill>
                  <a:srgbClr val="FFFFFF"/>
                </a:solidFill>
              </a:rPr>
              <a:t>請求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同じキーで、違う資料をつなぐ</a:t>
            </a:r>
          </a:p>
        </p:txBody>
      </p:sp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637520" cy="27614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318760"/>
                <a:gridCol w="53187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資料</a:t>
                      </a:r>
                    </a:p>
                  </a:txBody>
                  <a:tcPr marL="0" marR="109728" marT="54864" marB="54864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860">
                      <a:solidFill>
                        <a:srgbClr val="2952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見る情報</a:t>
                      </a:r>
                    </a:p>
                  </a:txBody>
                  <a:tcPr marL="109728" marR="109728" marT="54864" marB="54864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860">
                      <a:solidFill>
                        <a:srgbClr val="29523A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発注</a:t>
                      </a:r>
                    </a:p>
                  </a:txBody>
                  <a:tcPr marL="0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発注番号・仕入先・単価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納品</a:t>
                      </a:r>
                    </a:p>
                  </a:txBody>
                  <a:tcPr marL="0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発注番号・受領数量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請求</a:t>
                      </a:r>
                    </a:p>
                  </a:txBody>
                  <a:tcPr marL="0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請求書番号・数量・金額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5400" b="1" lang="ja-JP" altLang="en-US">
                <a:solidFill>
                  <a:srgbClr val="29523A"/>
                </a:solidFill>
              </a:rPr>
              <a:t>先に</a:t>
            </a:r>
            <a:br/>
            <a:r>
              <a:rPr sz="5400" b="1" lang="ja-JP" altLang="en-US">
                <a:solidFill>
                  <a:srgbClr val="29523A"/>
                </a:solidFill>
              </a:rPr>
              <a:t>照合ルールを文章にする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三点照合を実行する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演習用プロンプト</a:t>
            </a:r>
          </a:p>
        </p:txBody>
      </p:sp>
      <p:sp>
        <p:nvSpPr>
          <p:cNvPr id="6" name="スライド番号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814560" cy="3246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0" lang="ja-JP" altLang="en-US">
                <a:solidFill>
                  <a:srgbClr val="241915"/>
                </a:solidFill>
                <a:latin typeface="BIZ UDGothic"/>
                <a:ea typeface="BIZ UDGothic"/>
              </a:rPr>
              <a:t>演習04をPOLICY.mdに従って照合し、</a:t>
            </a:r>
            <a:br/>
            <a:r>
              <a:rPr sz="3600" b="0" lang="ja-JP" altLang="en-US">
                <a:solidFill>
                  <a:srgbClr val="241915"/>
                </a:solidFill>
                <a:latin typeface="BIZ UDGothic"/>
                <a:ea typeface="BIZ UDGothic"/>
              </a:rPr>
              <a:t>全行の判定と根拠を残してください。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7行のうち、6行が要確認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Claude Code生成結果を再計算 / 架空の三点照合</a:t>
            </a:r>
          </a:p>
        </p:txBody>
      </p:sp>
      <p:sp>
        <p:nvSpPr>
          <p:cNvPr id="5" name="スライド番号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pic>
        <p:nvPicPr>
          <p:cNvPr id="6" name="Picture 5" descr="match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440" y="1645920"/>
            <a:ext cx="79451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lang="ja-JP" altLang="en-US">
                <a:solidFill>
                  <a:srgbClr val="29523A"/>
                </a:solidFill>
              </a:rPr>
              <a:t>重複の2行は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7200" b="1" lang="ja-JP" altLang="en-US">
                <a:solidFill>
                  <a:srgbClr val="29523A"/>
                </a:solidFill>
              </a:rPr>
              <a:t>両方に印を付ける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届いた数より、多く請求されている</a:t>
            </a:r>
          </a:p>
        </p:txBody>
      </p:sp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637520" cy="129844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545840"/>
                <a:gridCol w="3545840"/>
                <a:gridCol w="35458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発注</a:t>
                      </a:r>
                    </a:p>
                  </a:txBody>
                  <a:tcPr marL="0" marR="109728" marT="54864" marB="54864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860">
                      <a:solidFill>
                        <a:srgbClr val="2952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納品</a:t>
                      </a:r>
                    </a:p>
                  </a:txBody>
                  <a:tcPr marL="109728" marR="109728" marT="54864" marB="54864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860">
                      <a:solidFill>
                        <a:srgbClr val="2952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請求</a:t>
                      </a:r>
                    </a:p>
                  </a:txBody>
                  <a:tcPr marL="109728" marR="109728" marT="54864" marB="54864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860">
                      <a:solidFill>
                        <a:srgbClr val="29523A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50</a:t>
                      </a:r>
                    </a:p>
                  </a:txBody>
                  <a:tcPr marL="0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30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50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単価差は、数量を掛けて確認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 wrap="none"/>
          <a:lstStyle/>
          <a:p>
            <a:r>
              <a:rPr sz="7200" b="1" lang="ja-JP" altLang="en-US">
                <a:solidFill>
                  <a:srgbClr val="28513D"/>
                </a:solidFill>
              </a:rPr>
              <a:t>1,000円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単価の差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 sz="quarter"/>
          </p:nvPr>
        </p:nvSpPr>
        <p:spPr/>
        <p:txBody>
          <a:bodyPr wrap="none"/>
          <a:lstStyle/>
          <a:p>
            <a:r>
              <a:rPr sz="7200" b="1" lang="ja-JP" altLang="en-US">
                <a:solidFill>
                  <a:srgbClr val="28513D"/>
                </a:solidFill>
              </a:rPr>
              <a:t>10,000円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10個分の差額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架空データ I03 / P03</a:t>
            </a:r>
          </a:p>
        </p:txBody>
      </p:sp>
      <p:sp>
        <p:nvSpPr>
          <p:cNvPr id="8" name="スライド番号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9" name="Rectangle 8"/>
          <p:cNvSpPr/>
          <p:nvPr/>
        </p:nvSpPr>
        <p:spPr>
          <a:xfrm>
            <a:off x="6096000" y="1920240"/>
            <a:ext cx="18288" cy="3566160"/>
          </a:xfrm>
          <a:prstGeom prst="rect">
            <a:avLst/>
          </a:prstGeom>
          <a:solidFill>
            <a:srgbClr val="C8B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lang="ja-JP" altLang="en-US">
                <a:solidFill>
                  <a:srgbClr val="29523A"/>
                </a:solidFill>
              </a:rPr>
              <a:t>資料がないときは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7200" b="1" lang="ja-JP" altLang="en-US">
                <a:solidFill>
                  <a:srgbClr val="29523A"/>
                </a:solidFill>
              </a:rPr>
              <a:t>不明のまま残す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5400" b="1" lang="ja-JP" altLang="en-US">
                <a:solidFill>
                  <a:srgbClr val="29523A"/>
                </a:solidFill>
              </a:rPr>
              <a:t>一致は</a:t>
            </a:r>
            <a:br/>
            <a:r>
              <a:rPr sz="5400" b="1" lang="ja-JP" altLang="en-US">
                <a:solidFill>
                  <a:srgbClr val="29523A"/>
                </a:solidFill>
              </a:rPr>
              <a:t>支払の承認ではない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検証も依頼する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演習用プロンプト</a:t>
            </a:r>
          </a:p>
        </p:txBody>
      </p:sp>
      <p:sp>
        <p:nvSpPr>
          <p:cNvPr id="6" name="スライド番号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814560" cy="3246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lang="ja-JP" altLang="en-US">
                <a:solidFill>
                  <a:srgbClr val="241915"/>
                </a:solidFill>
                <a:latin typeface="BIZ UDGothic"/>
                <a:ea typeface="BIZ UDGothic"/>
              </a:rPr>
              <a:t>元データの全行が結果に残り、</a:t>
            </a:r>
            <a:br/>
            <a:r>
              <a:rPr sz="3200" b="0" lang="ja-JP" altLang="en-US">
                <a:solidFill>
                  <a:srgbClr val="241915"/>
                </a:solidFill>
                <a:latin typeface="BIZ UDGothic"/>
                <a:ea typeface="BIZ UDGothic"/>
              </a:rPr>
              <a:t>重複の両方に印があるか検証してください。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例外の理由を説明する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I01とI05の共通キーを探す</a:t>
            </a:r>
          </a:p>
          <a:p>
            <a:r>
              <a:t>I02の数量差を計算する</a:t>
            </a:r>
          </a:p>
          <a:p>
            <a:r>
              <a:t>担当者への確認文を1行作る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WORK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分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個人ワーク</a:t>
            </a:r>
          </a:p>
        </p:txBody>
      </p:sp>
      <p:sp>
        <p:nvSpPr>
          <p:cNvPr id="8" name="スライド番号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520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6000" b="1" lang="ja-JP" altLang="en-US">
                <a:solidFill>
                  <a:srgbClr val="FFFFFF"/>
                </a:solidFill>
              </a:rPr>
              <a:t>メールの「成果」を</a:t>
            </a:r>
            <a:br/>
            <a:r>
              <a:rPr sz="6000" b="1" lang="ja-JP" altLang="en-US">
                <a:solidFill>
                  <a:srgbClr val="FFFFFF"/>
                </a:solidFill>
              </a:rPr>
              <a:t>データから検証する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lang="ja-JP" altLang="en-US">
                <a:solidFill>
                  <a:srgbClr val="29523A"/>
                </a:solidFill>
              </a:rPr>
              <a:t>クリックが多いほど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7200" b="1" lang="ja-JP" altLang="en-US">
                <a:solidFill>
                  <a:srgbClr val="29523A"/>
                </a:solidFill>
              </a:rPr>
              <a:t>売れたと言える？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配信・クリック・申込をつなぐ</a:t>
            </a:r>
          </a:p>
        </p:txBody>
      </p:sp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Rectangle 4"/>
          <p:cNvSpPr/>
          <p:nvPr/>
        </p:nvSpPr>
        <p:spPr>
          <a:xfrm>
            <a:off x="777240" y="2926080"/>
            <a:ext cx="3180080" cy="1737360"/>
          </a:xfrm>
          <a:prstGeom prst="rect">
            <a:avLst/>
          </a:prstGeom>
          <a:solidFill>
            <a:srgbClr val="E3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290576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lang="ja-JP" altLang="en-US">
                <a:solidFill>
                  <a:srgbClr val="241915"/>
                </a:solidFill>
              </a:rPr>
              <a:t>配信ID</a:t>
            </a:r>
          </a:p>
        </p:txBody>
      </p:sp>
      <p:sp>
        <p:nvSpPr>
          <p:cNvPr id="7" name="Isosceles Triangle 6"/>
          <p:cNvSpPr/>
          <p:nvPr/>
        </p:nvSpPr>
        <p:spPr>
          <a:xfrm rot="5400000">
            <a:off x="4131056" y="3648456"/>
            <a:ext cx="292608" cy="201168"/>
          </a:xfrm>
          <a:prstGeom prst="triangle">
            <a:avLst/>
          </a:prstGeom>
          <a:solidFill>
            <a:srgbClr val="C8B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05960" y="2926080"/>
            <a:ext cx="3180080" cy="1737360"/>
          </a:xfrm>
          <a:prstGeom prst="rect">
            <a:avLst/>
          </a:prstGeom>
          <a:solidFill>
            <a:srgbClr val="DAD1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3120" y="2926080"/>
            <a:ext cx="290576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lang="ja-JP" altLang="en-US">
                <a:solidFill>
                  <a:srgbClr val="241915"/>
                </a:solidFill>
              </a:rPr>
              <a:t>受信者ID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7859776" y="3648456"/>
            <a:ext cx="292608" cy="201168"/>
          </a:xfrm>
          <a:prstGeom prst="triangle">
            <a:avLst/>
          </a:prstGeom>
          <a:solidFill>
            <a:srgbClr val="C8B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34680" y="2926080"/>
            <a:ext cx="3180080" cy="1737360"/>
          </a:xfrm>
          <a:prstGeom prst="rect">
            <a:avLst/>
          </a:prstGeom>
          <a:solidFill>
            <a:srgbClr val="295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1840" y="2926080"/>
            <a:ext cx="290576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lang="ja-JP" altLang="en-US">
                <a:solidFill>
                  <a:srgbClr val="FFFFFF"/>
                </a:solidFill>
              </a:rPr>
              <a:t>申込ID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メールの成果を検証する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演習用プロンプト</a:t>
            </a:r>
          </a:p>
        </p:txBody>
      </p:sp>
      <p:sp>
        <p:nvSpPr>
          <p:cNvPr id="6" name="スライド番号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814560" cy="3246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lang="ja-JP" altLang="en-US">
                <a:solidFill>
                  <a:srgbClr val="241915"/>
                </a:solidFill>
                <a:latin typeface="BIZ UDGothic"/>
                <a:ea typeface="BIZ UDGothic"/>
              </a:rPr>
              <a:t>演習05をDEFINITIONS.mdに従って集計し、</a:t>
            </a:r>
            <a:br/>
            <a:r>
              <a:rPr sz="3200" b="0" lang="ja-JP" altLang="en-US">
                <a:solidFill>
                  <a:srgbClr val="241915"/>
                </a:solidFill>
                <a:latin typeface="BIZ UDGothic"/>
                <a:ea typeface="BIZ UDGothic"/>
              </a:rPr>
              <a:t>分母と除外理由を残してください。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クリック件数だけなら、Aが多い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架空データ / 再計算結果</a:t>
            </a:r>
          </a:p>
        </p:txBody>
      </p:sp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637520" cy="20299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545840"/>
                <a:gridCol w="3545840"/>
                <a:gridCol w="35458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指標</a:t>
                      </a:r>
                    </a:p>
                  </a:txBody>
                  <a:tcPr marL="0" marR="109728" marT="54864" marB="54864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860">
                      <a:solidFill>
                        <a:srgbClr val="2952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A</a:t>
                      </a:r>
                    </a:p>
                  </a:txBody>
                  <a:tcPr marL="109728" marR="109728" marT="54864" marB="54864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860">
                      <a:solidFill>
                        <a:srgbClr val="2952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B</a:t>
                      </a:r>
                    </a:p>
                  </a:txBody>
                  <a:tcPr marL="109728" marR="109728" marT="54864" marB="54864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860">
                      <a:solidFill>
                        <a:srgbClr val="29523A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配信人数</a:t>
                      </a:r>
                    </a:p>
                  </a:txBody>
                  <a:tcPr marL="0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10人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10人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クリック件数</a:t>
                      </a:r>
                    </a:p>
                  </a:txBody>
                  <a:tcPr marL="0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9件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4件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人間のユニーク人数では、Bが多い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架空データ / C01〜C13</a:t>
            </a:r>
          </a:p>
        </p:txBody>
      </p:sp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637520" cy="20299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545840"/>
                <a:gridCol w="3545840"/>
                <a:gridCol w="35458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指標</a:t>
                      </a:r>
                    </a:p>
                  </a:txBody>
                  <a:tcPr marL="0" marR="109728" marT="54864" marB="54864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860">
                      <a:solidFill>
                        <a:srgbClr val="2952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A</a:t>
                      </a:r>
                    </a:p>
                  </a:txBody>
                  <a:tcPr marL="109728" marR="109728" marT="54864" marB="54864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860">
                      <a:solidFill>
                        <a:srgbClr val="2952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B</a:t>
                      </a:r>
                    </a:p>
                  </a:txBody>
                  <a:tcPr marL="109728" marR="109728" marT="54864" marB="54864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860">
                      <a:solidFill>
                        <a:srgbClr val="29523A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人間クリック人数</a:t>
                      </a:r>
                    </a:p>
                  </a:txBody>
                  <a:tcPr marL="0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2人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3人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配信人数に</a:t>
                      </a:r>
                      <a:br/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対する割合</a:t>
                      </a:r>
                    </a:p>
                  </a:txBody>
                  <a:tcPr marL="0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20%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30%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直接帰属した申込は、同じ人数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架空データ / J01〜J08</a:t>
            </a:r>
          </a:p>
        </p:txBody>
      </p:sp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637520" cy="20299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545840"/>
                <a:gridCol w="3545840"/>
                <a:gridCol w="35458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指標</a:t>
                      </a:r>
                    </a:p>
                  </a:txBody>
                  <a:tcPr marL="0" marR="109728" marT="54864" marB="54864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860">
                      <a:solidFill>
                        <a:srgbClr val="2952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A</a:t>
                      </a:r>
                    </a:p>
                  </a:txBody>
                  <a:tcPr marL="109728" marR="109728" marT="54864" marB="54864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860">
                      <a:solidFill>
                        <a:srgbClr val="2952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B</a:t>
                      </a:r>
                    </a:p>
                  </a:txBody>
                  <a:tcPr marL="109728" marR="109728" marT="54864" marB="54864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860">
                      <a:solidFill>
                        <a:srgbClr val="29523A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有効な直接</a:t>
                      </a:r>
                      <a:br/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帰属申込</a:t>
                      </a:r>
                    </a:p>
                  </a:txBody>
                  <a:tcPr marL="0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2人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2人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配信人数に</a:t>
                      </a:r>
                      <a:br/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対する割合</a:t>
                      </a:r>
                    </a:p>
                  </a:txBody>
                  <a:tcPr marL="0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20%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20%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未帰属の申込は、別に残る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Claude Code生成結果を再計算 / 架空データ</a:t>
            </a:r>
          </a:p>
        </p:txBody>
      </p:sp>
      <p:sp>
        <p:nvSpPr>
          <p:cNvPr id="5" name="スライド番号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pic>
        <p:nvPicPr>
          <p:cNvPr id="6" name="Picture 5" descr="campaign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440" y="1645920"/>
            <a:ext cx="79451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lang="ja-JP" altLang="en-US">
                <a:solidFill>
                  <a:srgbClr val="29523A"/>
                </a:solidFill>
              </a:rPr>
              <a:t>届いたメールと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7200" b="1" lang="ja-JP" altLang="en-US">
                <a:solidFill>
                  <a:srgbClr val="29523A"/>
                </a:solidFill>
              </a:rPr>
              <a:t>申込の原因は別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lang="ja-JP" altLang="en-US">
                <a:solidFill>
                  <a:srgbClr val="FFFFFF"/>
                </a:solidFill>
              </a:rPr>
              <a:t>このデータでは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7200" b="1" lang="ja-JP" altLang="en-US">
                <a:solidFill>
                  <a:srgbClr val="DAE48F"/>
                </a:solidFill>
              </a:rPr>
              <a:t>勝者を断定しない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次の計測を設計する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何を成果と数えるか決める</a:t>
            </a:r>
          </a:p>
          <a:p>
            <a:r>
              <a:t>重複を除くキーを決める</a:t>
            </a:r>
          </a:p>
          <a:p>
            <a:r>
              <a:t>不明な申込の扱いを決める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WORK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分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個人ワーク</a:t>
            </a:r>
          </a:p>
        </p:txBody>
      </p:sp>
      <p:sp>
        <p:nvSpPr>
          <p:cNvPr id="8" name="スライド番号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520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6000" b="1" lang="ja-JP" altLang="en-US">
                <a:solidFill>
                  <a:srgbClr val="FFFFFF"/>
                </a:solidFill>
              </a:rPr>
              <a:t>並列レビューで</a:t>
            </a:r>
            <a:br/>
            <a:r>
              <a:rPr sz="6000" b="1" lang="ja-JP" altLang="en-US">
                <a:solidFill>
                  <a:srgbClr val="FFFFFF"/>
                </a:solidFill>
              </a:rPr>
              <a:t>導入判断を深める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lang="ja-JP" altLang="en-US">
                <a:solidFill>
                  <a:srgbClr val="29523A"/>
                </a:solidFill>
              </a:rPr>
              <a:t>担当を増やす前に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7200" b="1" lang="ja-JP" altLang="en-US">
                <a:solidFill>
                  <a:srgbClr val="29523A"/>
                </a:solidFill>
              </a:rPr>
              <a:t>観点を分ける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担当ごとに、成果物を分ける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S07・S11 / 講座の実測</a:t>
            </a:r>
          </a:p>
        </p:txBody>
      </p:sp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637520" cy="27614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318760"/>
                <a:gridCol w="53187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担当</a:t>
                      </a:r>
                    </a:p>
                  </a:txBody>
                  <a:tcPr marL="0" marR="109728" marT="54864" marB="54864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860">
                      <a:solidFill>
                        <a:srgbClr val="2952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成果物</a:t>
                      </a:r>
                    </a:p>
                  </a:txBody>
                  <a:tcPr marL="109728" marR="109728" marT="54864" marB="54864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860">
                      <a:solidFill>
                        <a:srgbClr val="29523A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運用担当</a:t>
                      </a:r>
                    </a:p>
                  </a:txBody>
                  <a:tcPr marL="0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ops.md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費用担当</a:t>
                      </a:r>
                    </a:p>
                  </a:txBody>
                  <a:tcPr marL="0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cost.md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統合担当</a:t>
                      </a:r>
                    </a:p>
                  </a:txBody>
                  <a:tcPr marL="0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decision.md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並列レビューを実行する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演習用プロンプト</a:t>
            </a:r>
          </a:p>
        </p:txBody>
      </p:sp>
      <p:sp>
        <p:nvSpPr>
          <p:cNvPr id="6" name="スライド番号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814560" cy="3246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lang="ja-JP" altLang="en-US">
                <a:solidFill>
                  <a:srgbClr val="241915"/>
                </a:solidFill>
                <a:latin typeface="BIZ UDGothic"/>
                <a:ea typeface="BIZ UDGothic"/>
              </a:rPr>
              <a:t>運用と費用を独立に調べ、</a:t>
            </a:r>
            <a:br/>
            <a:r>
              <a:rPr sz="3200" b="0" lang="ja-JP" altLang="en-US">
                <a:solidFill>
                  <a:srgbClr val="241915"/>
                </a:solidFill>
                <a:latin typeface="BIZ UDGothic"/>
                <a:ea typeface="BIZ UDGothic"/>
              </a:rPr>
              <a:t>相互に1件ずつ見落としを指摘してください。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独立した2担当の実行記録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Claude Code CLI実行記録・2026-10-29</a:t>
            </a:r>
          </a:p>
        </p:txBody>
      </p:sp>
      <p:sp>
        <p:nvSpPr>
          <p:cNvPr id="5" name="スライド番号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pic>
        <p:nvPicPr>
          <p:cNvPr id="6" name="Picture 5" descr="team-ag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440" y="1645920"/>
            <a:ext cx="79451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初年度費用は、39万円だった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 wrap="none"/>
          <a:lstStyle/>
          <a:p>
            <a:r>
              <a:rPr sz="7200" b="1" lang="ja-JP" altLang="en-US">
                <a:solidFill>
                  <a:srgbClr val="28513D"/>
                </a:solidFill>
              </a:rPr>
              <a:t>24万円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基本年額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 sz="quarter"/>
          </p:nvPr>
        </p:nvSpPr>
        <p:spPr/>
        <p:txBody>
          <a:bodyPr wrap="none"/>
          <a:lstStyle/>
          <a:p>
            <a:r>
              <a:rPr sz="7200" b="1" lang="ja-JP" altLang="en-US">
                <a:solidFill>
                  <a:srgbClr val="28513D"/>
                </a:solidFill>
              </a:rPr>
              <a:t>15万円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必須の初期費用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架空資料 A1・A4 / 24＋15＝39万円</a:t>
            </a:r>
          </a:p>
        </p:txBody>
      </p:sp>
      <p:sp>
        <p:nvSpPr>
          <p:cNvPr id="8" name="スライド番号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9" name="Rectangle 8"/>
          <p:cNvSpPr/>
          <p:nvPr/>
        </p:nvSpPr>
        <p:spPr>
          <a:xfrm>
            <a:off x="6096000" y="1920240"/>
            <a:ext cx="18288" cy="3566160"/>
          </a:xfrm>
          <a:prstGeom prst="rect">
            <a:avLst/>
          </a:prstGeom>
          <a:solidFill>
            <a:srgbClr val="C8B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lang="ja-JP" altLang="en-US">
                <a:solidFill>
                  <a:srgbClr val="29523A"/>
                </a:solidFill>
              </a:rPr>
              <a:t>未掲載の料金は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7200" b="1" lang="ja-JP" altLang="en-US">
                <a:solidFill>
                  <a:srgbClr val="29523A"/>
                </a:solidFill>
              </a:rPr>
              <a:t>推測して埋めない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レビューで、判断条件が増えた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Claude Code実測 / サブエージェントによる相互レビュー</a:t>
            </a:r>
          </a:p>
        </p:txBody>
      </p:sp>
      <p:sp>
        <p:nvSpPr>
          <p:cNvPr id="5" name="スライド番号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pic>
        <p:nvPicPr>
          <p:cNvPr id="6" name="Picture 5" descr="team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440" y="1645920"/>
            <a:ext cx="79451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lang="ja-JP" altLang="en-US">
                <a:solidFill>
                  <a:srgbClr val="29523A"/>
                </a:solidFill>
              </a:rPr>
              <a:t>調べた結果が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6600" b="1" lang="ja-JP" altLang="en-US">
                <a:solidFill>
                  <a:srgbClr val="29523A"/>
                </a:solidFill>
              </a:rPr>
              <a:t>「保留」でも価値がある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520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6000" b="1" lang="ja-JP" altLang="en-US">
                <a:solidFill>
                  <a:srgbClr val="FFFFFF"/>
                </a:solidFill>
              </a:rPr>
              <a:t>Agent Teamsを使うなら</a:t>
            </a:r>
            <a:br/>
            <a:r>
              <a:rPr sz="6000" b="1" lang="ja-JP" altLang="en-US">
                <a:solidFill>
                  <a:srgbClr val="FFFFFF"/>
                </a:solidFill>
              </a:rPr>
              <a:t>実行環境を確認する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並列作業の仕組みは、同じではない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S07 / Claude Code Docs</a:t>
            </a:r>
          </a:p>
        </p:txBody>
      </p:sp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637520" cy="20299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318760"/>
                <a:gridCol w="53187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仕組み</a:t>
                      </a:r>
                    </a:p>
                  </a:txBody>
                  <a:tcPr marL="0" marR="109728" marT="54864" marB="54864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860">
                      <a:solidFill>
                        <a:srgbClr val="2952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連携の形</a:t>
                      </a:r>
                    </a:p>
                  </a:txBody>
                  <a:tcPr marL="109728" marR="109728" marT="54864" marB="54864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860">
                      <a:solidFill>
                        <a:srgbClr val="29523A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サブエージェント</a:t>
                      </a:r>
                    </a:p>
                  </a:txBody>
                  <a:tcPr marL="0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担当結果をメインに返す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Agent Teams</a:t>
                      </a:r>
                    </a:p>
                  </a:txBody>
                  <a:tcPr marL="0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共有タスクで連携する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CLIの実験機能を有効にする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演習用プロンプト</a:t>
            </a:r>
          </a:p>
        </p:txBody>
      </p:sp>
      <p:sp>
        <p:nvSpPr>
          <p:cNvPr id="6" name="スライド番号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814560" cy="32461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2600" lang="ja-JP" altLang="en-US">
                <a:latin typeface="BIZ UDGothic"/>
              </a:rPr>
              <a:t>CLAUDE_CODE_EXPERIMENTAL_AGENT_TEAMS=1 claude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lang="ja-JP" altLang="en-US">
                <a:solidFill>
                  <a:srgbClr val="29523A"/>
                </a:solidFill>
              </a:rPr>
              <a:t>有効化しても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7200" b="1" lang="ja-JP" altLang="en-US">
                <a:solidFill>
                  <a:srgbClr val="29523A"/>
                </a:solidFill>
              </a:rPr>
              <a:t>実行結果を確認する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43600"/>
            <a:ext cx="996696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200" lang="ja-JP" altLang="en-US">
                <a:solidFill>
                  <a:srgbClr val="67756A"/>
                </a:solidFill>
              </a:rPr>
              <a:t>S07 / 2026-10-29の検証結果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520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6000" b="1" lang="ja-JP" altLang="en-US">
                <a:solidFill>
                  <a:srgbClr val="FFFFFF"/>
                </a:solidFill>
              </a:rPr>
              <a:t>業務を、</a:t>
            </a:r>
            <a:br/>
            <a:r>
              <a:rPr sz="6000" b="1" lang="ja-JP" altLang="en-US">
                <a:solidFill>
                  <a:srgbClr val="FFFFFF"/>
                </a:solidFill>
              </a:rPr>
              <a:t>繰り返せる形にする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毎回の実行を、同じ基準で確かめる</a:t>
            </a:r>
          </a:p>
        </p:txBody>
      </p:sp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Rectangle 4"/>
          <p:cNvSpPr/>
          <p:nvPr/>
        </p:nvSpPr>
        <p:spPr>
          <a:xfrm>
            <a:off x="777240" y="2926080"/>
            <a:ext cx="2247900" cy="1737360"/>
          </a:xfrm>
          <a:prstGeom prst="rect">
            <a:avLst/>
          </a:prstGeom>
          <a:solidFill>
            <a:srgbClr val="E3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97358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lang="ja-JP" altLang="en-US">
                <a:solidFill>
                  <a:srgbClr val="241915"/>
                </a:solidFill>
              </a:rPr>
              <a:t>仕様</a:t>
            </a:r>
          </a:p>
        </p:txBody>
      </p:sp>
      <p:sp>
        <p:nvSpPr>
          <p:cNvPr id="7" name="Isosceles Triangle 6"/>
          <p:cNvSpPr/>
          <p:nvPr/>
        </p:nvSpPr>
        <p:spPr>
          <a:xfrm rot="5400000">
            <a:off x="3198876" y="3648456"/>
            <a:ext cx="292608" cy="201168"/>
          </a:xfrm>
          <a:prstGeom prst="triangle">
            <a:avLst/>
          </a:prstGeom>
          <a:solidFill>
            <a:srgbClr val="C8B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73780" y="2926080"/>
            <a:ext cx="2247900" cy="1737360"/>
          </a:xfrm>
          <a:prstGeom prst="rect">
            <a:avLst/>
          </a:prstGeom>
          <a:solidFill>
            <a:srgbClr val="DAD1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10940" y="2926080"/>
            <a:ext cx="197358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lang="ja-JP" altLang="en-US">
                <a:solidFill>
                  <a:srgbClr val="241915"/>
                </a:solidFill>
              </a:rPr>
              <a:t>実行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5995416" y="3648456"/>
            <a:ext cx="292608" cy="201168"/>
          </a:xfrm>
          <a:prstGeom prst="triangle">
            <a:avLst/>
          </a:prstGeom>
          <a:solidFill>
            <a:srgbClr val="C8B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70320" y="2926080"/>
            <a:ext cx="2247900" cy="1737360"/>
          </a:xfrm>
          <a:prstGeom prst="rect">
            <a:avLst/>
          </a:prstGeom>
          <a:solidFill>
            <a:srgbClr val="D1C6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480" y="2926080"/>
            <a:ext cx="197358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lang="ja-JP" altLang="en-US">
                <a:solidFill>
                  <a:srgbClr val="241915"/>
                </a:solidFill>
              </a:rPr>
              <a:t>検証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8791956" y="3648456"/>
            <a:ext cx="292608" cy="201168"/>
          </a:xfrm>
          <a:prstGeom prst="triangle">
            <a:avLst/>
          </a:prstGeom>
          <a:solidFill>
            <a:srgbClr val="C8B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66860" y="2926080"/>
            <a:ext cx="2247900" cy="1737360"/>
          </a:xfrm>
          <a:prstGeom prst="rect">
            <a:avLst/>
          </a:prstGeom>
          <a:solidFill>
            <a:srgbClr val="295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04020" y="2926080"/>
            <a:ext cx="197358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lang="ja-JP" altLang="en-US">
                <a:solidFill>
                  <a:srgbClr val="FFFFFF"/>
                </a:solidFill>
              </a:rPr>
              <a:t>記録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lang="ja-JP" altLang="en-US">
                <a:solidFill>
                  <a:srgbClr val="29523A"/>
                </a:solidFill>
              </a:rPr>
              <a:t>同じ仕事には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7200" b="1" lang="ja-JP" altLang="en-US">
                <a:solidFill>
                  <a:srgbClr val="29523A"/>
                </a:solidFill>
              </a:rPr>
              <a:t>同じ合格条件を使う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自分の業務を演習にする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材料と出力をひとつずつ決める</a:t>
            </a:r>
          </a:p>
          <a:p>
            <a:r>
              <a:t>失敗例をひとつ用意する</a:t>
            </a:r>
          </a:p>
          <a:p>
            <a:r>
              <a:t>合格条件を文章で書く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WORK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分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個人ワーク</a:t>
            </a:r>
          </a:p>
        </p:txBody>
      </p:sp>
      <p:sp>
        <p:nvSpPr>
          <p:cNvPr id="8" name="スライド番号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lang="ja-JP" altLang="en-US">
                <a:solidFill>
                  <a:srgbClr val="FFFFFF"/>
                </a:solidFill>
              </a:rPr>
              <a:t>任せた結果を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7200" b="1" lang="ja-JP" altLang="en-US">
                <a:solidFill>
                  <a:srgbClr val="DAE48F"/>
                </a:solidFill>
              </a:rPr>
              <a:t>説明できる状態にする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ありがとうございました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自分の業務で、ひとつ再現してみよう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配布教材：README → 演習 → 検証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木曜会">
  <a:themeElements>
    <a:clrScheme name="AI木曜会">
      <a:dk1>
        <a:srgbClr val="241915"/>
      </a:dk1>
      <a:lt1>
        <a:srgbClr val="FFFFFF"/>
      </a:lt1>
      <a:dk2>
        <a:srgbClr val="29523A"/>
      </a:dk2>
      <a:lt2>
        <a:srgbClr val="F1F0E7"/>
      </a:lt2>
      <a:accent1>
        <a:srgbClr val="29523A"/>
      </a:accent1>
      <a:accent2>
        <a:srgbClr val="D97651"/>
      </a:accent2>
      <a:accent3>
        <a:srgbClr val="DAE48F"/>
      </a:accent3>
      <a:accent4>
        <a:srgbClr val="C8BAAC"/>
      </a:accent4>
      <a:accent5>
        <a:srgbClr val="FFFFFF"/>
      </a:accent5>
      <a:accent6>
        <a:srgbClr val="241915"/>
      </a:accent6>
      <a:hlink>
        <a:srgbClr val="29523A"/>
      </a:hlink>
      <a:folHlink>
        <a:srgbClr val="241915"/>
      </a:folHlink>
    </a:clrScheme>
    <a:fontScheme name="Office">
      <a:majorFont>
        <a:latin typeface="Inter"/>
        <a:ea typeface="Hiragino Sans"/>
        <a:cs typeface=""/>
        <a:font script="Jpan" typeface="Hiragino Sans"/>
      </a:majorFont>
      <a:minorFont>
        <a:latin typeface="Inter"/>
        <a:ea typeface="Hiragino Sans"/>
        <a:cs typeface=""/>
        <a:font script="Jpan" typeface="Hiragino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Code講座 上級・業務設計編</dc:title>
  <dc:subject/>
  <dc:creator>Michikusa株式会社 / 臼井拓水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